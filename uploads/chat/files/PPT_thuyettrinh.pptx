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2"/>
  </p:notesMasterIdLst>
  <p:sldIdLst>
    <p:sldId id="256" r:id="rId2"/>
    <p:sldId id="323" r:id="rId3"/>
    <p:sldId id="324" r:id="rId4"/>
    <p:sldId id="259" r:id="rId5"/>
    <p:sldId id="261" r:id="rId6"/>
    <p:sldId id="263" r:id="rId7"/>
    <p:sldId id="308" r:id="rId8"/>
    <p:sldId id="309" r:id="rId9"/>
    <p:sldId id="311" r:id="rId10"/>
    <p:sldId id="325" r:id="rId11"/>
    <p:sldId id="312" r:id="rId12"/>
    <p:sldId id="313" r:id="rId13"/>
    <p:sldId id="314" r:id="rId14"/>
    <p:sldId id="315" r:id="rId15"/>
    <p:sldId id="317" r:id="rId16"/>
    <p:sldId id="319" r:id="rId17"/>
    <p:sldId id="318" r:id="rId18"/>
    <p:sldId id="316" r:id="rId19"/>
    <p:sldId id="320" r:id="rId20"/>
    <p:sldId id="322"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Segoe UI Semibold" panose="020B0702040204020203" pitchFamily="34" charset="0"/>
      <p:bold r:id="rId27"/>
      <p:boldItalic r:id="rId28"/>
    </p:embeddedFont>
    <p:embeddedFont>
      <p:font typeface="Segoe UI Variable Small" pitchFamily="2" charset="0"/>
      <p:regular r:id="rId29"/>
      <p:bold r:id="rId30"/>
    </p:embeddedFont>
    <p:embeddedFont>
      <p:font typeface="Sora"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B7CB88-7895-430D-BD22-C21C802F66B9}">
  <a:tblStyle styleId="{ACB7CB88-7895-430D-BD22-C21C802F66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7757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2593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157700" y="1061225"/>
            <a:ext cx="4260000" cy="1750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157700" y="2997200"/>
            <a:ext cx="4260000" cy="365700"/>
          </a:xfrm>
          <a:prstGeom prst="rect">
            <a:avLst/>
          </a:prstGeom>
          <a:solidFill>
            <a:schemeClr val="lt2"/>
          </a:solidFill>
        </p:spPr>
        <p:txBody>
          <a:bodyPr spcFirstLastPara="1" wrap="square" lIns="91425" tIns="91425" rIns="91425" bIns="91425" anchor="ctr" anchorCtr="0">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a:endParaRPr/>
          </a:p>
        </p:txBody>
      </p:sp>
      <p:grpSp>
        <p:nvGrpSpPr>
          <p:cNvPr id="11" name="Google Shape;11;p2"/>
          <p:cNvGrpSpPr/>
          <p:nvPr/>
        </p:nvGrpSpPr>
        <p:grpSpPr>
          <a:xfrm>
            <a:off x="-709225" y="2020450"/>
            <a:ext cx="10403925" cy="4250875"/>
            <a:chOff x="-709225" y="2020450"/>
            <a:chExt cx="10403925" cy="4250875"/>
          </a:xfrm>
        </p:grpSpPr>
        <p:grpSp>
          <p:nvGrpSpPr>
            <p:cNvPr id="12" name="Google Shape;12;p2"/>
            <p:cNvGrpSpPr/>
            <p:nvPr/>
          </p:nvGrpSpPr>
          <p:grpSpPr>
            <a:xfrm>
              <a:off x="176175" y="2459300"/>
              <a:ext cx="418425" cy="3812025"/>
              <a:chOff x="176175" y="2459300"/>
              <a:chExt cx="418425" cy="3812025"/>
            </a:xfrm>
          </p:grpSpPr>
          <p:cxnSp>
            <p:nvCxnSpPr>
              <p:cNvPr id="13" name="Google Shape;13;p2"/>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4" name="Google Shape;14;p2"/>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15" name="Google Shape;15;p2"/>
            <p:cNvGrpSpPr/>
            <p:nvPr/>
          </p:nvGrpSpPr>
          <p:grpSpPr>
            <a:xfrm>
              <a:off x="-709225" y="4185350"/>
              <a:ext cx="7895400" cy="1976375"/>
              <a:chOff x="-709225" y="4185350"/>
              <a:chExt cx="7895400" cy="1976375"/>
            </a:xfrm>
          </p:grpSpPr>
          <p:cxnSp>
            <p:nvCxnSpPr>
              <p:cNvPr id="16" name="Google Shape;16;p2"/>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17" name="Google Shape;17;p2"/>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8" name="Google Shape;18;p2"/>
            <p:cNvGrpSpPr/>
            <p:nvPr/>
          </p:nvGrpSpPr>
          <p:grpSpPr>
            <a:xfrm>
              <a:off x="8417700" y="2020450"/>
              <a:ext cx="1277000" cy="2568900"/>
              <a:chOff x="8417700" y="2020450"/>
              <a:chExt cx="1277000" cy="2568900"/>
            </a:xfrm>
          </p:grpSpPr>
          <p:cxnSp>
            <p:nvCxnSpPr>
              <p:cNvPr id="19" name="Google Shape;19;p2"/>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20" name="Google Shape;20;p2"/>
              <p:cNvCxnSpPr/>
              <p:nvPr/>
            </p:nvCxnSpPr>
            <p:spPr>
              <a:xfrm>
                <a:off x="8417700" y="3180050"/>
                <a:ext cx="359700" cy="1051800"/>
              </a:xfrm>
              <a:prstGeom prst="bentConnector2">
                <a:avLst/>
              </a:prstGeom>
              <a:noFill/>
              <a:ln w="19050" cap="flat" cmpd="sng">
                <a:solidFill>
                  <a:schemeClr val="lt2"/>
                </a:solidFill>
                <a:prstDash val="solid"/>
                <a:round/>
                <a:headEnd type="none" w="med" len="med"/>
                <a:tailEnd type="oval" w="med" len="med"/>
              </a:ln>
            </p:spPr>
          </p:cxnSp>
          <p:cxnSp>
            <p:nvCxnSpPr>
              <p:cNvPr id="21" name="Google Shape;21;p2"/>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22" name="Google Shape;22;p2"/>
          <p:cNvGrpSpPr/>
          <p:nvPr/>
        </p:nvGrpSpPr>
        <p:grpSpPr>
          <a:xfrm>
            <a:off x="84278" y="2240873"/>
            <a:ext cx="8837445" cy="2718104"/>
            <a:chOff x="84278" y="2240873"/>
            <a:chExt cx="8837445" cy="2718104"/>
          </a:xfrm>
        </p:grpSpPr>
        <p:sp>
          <p:nvSpPr>
            <p:cNvPr id="23" name="Google Shape;23;p2"/>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3249975" y="1014475"/>
            <a:ext cx="1411800" cy="8997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a:off x="720000" y="3311500"/>
            <a:ext cx="4044900" cy="365700"/>
          </a:xfrm>
          <a:prstGeom prst="rect">
            <a:avLst/>
          </a:prstGeom>
          <a:solidFill>
            <a:schemeClr val="lt2"/>
          </a:solidFill>
        </p:spPr>
        <p:txBody>
          <a:bodyPr spcFirstLastPara="1" wrap="square" lIns="91425" tIns="91425" rIns="91425" bIns="91425" anchor="ctr" anchorCtr="0">
            <a:noAutofit/>
          </a:bodyPr>
          <a:lstStyle>
            <a:lvl1pPr lvl="0" algn="r" rtl="0">
              <a:lnSpc>
                <a:spcPct val="115000"/>
              </a:lnSpc>
              <a:spcBef>
                <a:spcPts val="0"/>
              </a:spcBef>
              <a:spcAft>
                <a:spcPts val="0"/>
              </a:spcAft>
              <a:buSzPts val="1400"/>
              <a:buNone/>
              <a:defRPr sz="1600">
                <a:solidFill>
                  <a:schemeClr val="accent5"/>
                </a:solidFill>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29" name="Google Shape;29;p3"/>
          <p:cNvGrpSpPr/>
          <p:nvPr/>
        </p:nvGrpSpPr>
        <p:grpSpPr>
          <a:xfrm>
            <a:off x="140000" y="188300"/>
            <a:ext cx="580000" cy="6094500"/>
            <a:chOff x="140000" y="188300"/>
            <a:chExt cx="580000" cy="6094500"/>
          </a:xfrm>
        </p:grpSpPr>
        <p:cxnSp>
          <p:nvCxnSpPr>
            <p:cNvPr id="30" name="Google Shape;30;p3"/>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1" name="Google Shape;31;p3"/>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2" name="Google Shape;32;p3"/>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 name="Google Shape;43;p5"/>
          <p:cNvSpPr txBox="1">
            <a:spLocks noGrp="1"/>
          </p:cNvSpPr>
          <p:nvPr>
            <p:ph type="subTitle" idx="1"/>
          </p:nvPr>
        </p:nvSpPr>
        <p:spPr>
          <a:xfrm>
            <a:off x="5040058" y="3057025"/>
            <a:ext cx="2560500" cy="12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44" name="Google Shape;44;p5"/>
          <p:cNvSpPr txBox="1">
            <a:spLocks noGrp="1"/>
          </p:cNvSpPr>
          <p:nvPr>
            <p:ph type="subTitle" idx="2"/>
          </p:nvPr>
        </p:nvSpPr>
        <p:spPr>
          <a:xfrm>
            <a:off x="1543450" y="3057025"/>
            <a:ext cx="2560500" cy="12111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sz="1400"/>
            </a:lvl1pPr>
            <a:lvl2pPr lvl="1" algn="ctr" rtl="0">
              <a:lnSpc>
                <a:spcPct val="115000"/>
              </a:lnSpc>
              <a:spcBef>
                <a:spcPts val="0"/>
              </a:spcBef>
              <a:spcAft>
                <a:spcPts val="0"/>
              </a:spcAft>
              <a:buSzPts val="2800"/>
              <a:buNone/>
              <a:defRPr sz="2800"/>
            </a:lvl2pPr>
            <a:lvl3pPr lvl="2" algn="ctr" rtl="0">
              <a:lnSpc>
                <a:spcPct val="115000"/>
              </a:lnSpc>
              <a:spcBef>
                <a:spcPts val="0"/>
              </a:spcBef>
              <a:spcAft>
                <a:spcPts val="0"/>
              </a:spcAft>
              <a:buSzPts val="2800"/>
              <a:buNone/>
              <a:defRPr sz="2800"/>
            </a:lvl3pPr>
            <a:lvl4pPr lvl="3" algn="ctr" rtl="0">
              <a:lnSpc>
                <a:spcPct val="115000"/>
              </a:lnSpc>
              <a:spcBef>
                <a:spcPts val="0"/>
              </a:spcBef>
              <a:spcAft>
                <a:spcPts val="0"/>
              </a:spcAft>
              <a:buSzPts val="2800"/>
              <a:buNone/>
              <a:defRPr sz="2800"/>
            </a:lvl4pPr>
            <a:lvl5pPr lvl="4" algn="ctr" rtl="0">
              <a:lnSpc>
                <a:spcPct val="115000"/>
              </a:lnSpc>
              <a:spcBef>
                <a:spcPts val="0"/>
              </a:spcBef>
              <a:spcAft>
                <a:spcPts val="0"/>
              </a:spcAft>
              <a:buSzPts val="2800"/>
              <a:buNone/>
              <a:defRPr sz="2800"/>
            </a:lvl5pPr>
            <a:lvl6pPr lvl="5" algn="ctr" rtl="0">
              <a:lnSpc>
                <a:spcPct val="115000"/>
              </a:lnSpc>
              <a:spcBef>
                <a:spcPts val="0"/>
              </a:spcBef>
              <a:spcAft>
                <a:spcPts val="0"/>
              </a:spcAft>
              <a:buSzPts val="2800"/>
              <a:buNone/>
              <a:defRPr sz="2800"/>
            </a:lvl6pPr>
            <a:lvl7pPr lvl="6" algn="ctr" rtl="0">
              <a:lnSpc>
                <a:spcPct val="115000"/>
              </a:lnSpc>
              <a:spcBef>
                <a:spcPts val="0"/>
              </a:spcBef>
              <a:spcAft>
                <a:spcPts val="0"/>
              </a:spcAft>
              <a:buSzPts val="2800"/>
              <a:buNone/>
              <a:defRPr sz="2800"/>
            </a:lvl7pPr>
            <a:lvl8pPr lvl="7" algn="ctr" rtl="0">
              <a:lnSpc>
                <a:spcPct val="115000"/>
              </a:lnSpc>
              <a:spcBef>
                <a:spcPts val="0"/>
              </a:spcBef>
              <a:spcAft>
                <a:spcPts val="0"/>
              </a:spcAft>
              <a:buSzPts val="2800"/>
              <a:buNone/>
              <a:defRPr sz="2800"/>
            </a:lvl8pPr>
            <a:lvl9pPr lvl="8" algn="ctr" rtl="0">
              <a:lnSpc>
                <a:spcPct val="115000"/>
              </a:lnSpc>
              <a:spcBef>
                <a:spcPts val="0"/>
              </a:spcBef>
              <a:spcAft>
                <a:spcPts val="0"/>
              </a:spcAft>
              <a:buSzPts val="2800"/>
              <a:buNone/>
              <a:defRPr sz="2800"/>
            </a:lvl9pPr>
          </a:lstStyle>
          <a:p>
            <a:endParaRPr/>
          </a:p>
        </p:txBody>
      </p:sp>
      <p:sp>
        <p:nvSpPr>
          <p:cNvPr id="45" name="Google Shape;45;p5"/>
          <p:cNvSpPr txBox="1">
            <a:spLocks noGrp="1"/>
          </p:cNvSpPr>
          <p:nvPr>
            <p:ph type="subTitle" idx="3"/>
          </p:nvPr>
        </p:nvSpPr>
        <p:spPr>
          <a:xfrm>
            <a:off x="5040058" y="2662226"/>
            <a:ext cx="2560500" cy="41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6" name="Google Shape;46;p5"/>
          <p:cNvSpPr txBox="1">
            <a:spLocks noGrp="1"/>
          </p:cNvSpPr>
          <p:nvPr>
            <p:ph type="subTitle" idx="4"/>
          </p:nvPr>
        </p:nvSpPr>
        <p:spPr>
          <a:xfrm>
            <a:off x="1543450" y="2662226"/>
            <a:ext cx="2560500" cy="4149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7" name="Google Shape;47;p5"/>
          <p:cNvGrpSpPr/>
          <p:nvPr/>
        </p:nvGrpSpPr>
        <p:grpSpPr>
          <a:xfrm>
            <a:off x="65750" y="123192"/>
            <a:ext cx="9078236" cy="5947020"/>
            <a:chOff x="65750" y="123192"/>
            <a:chExt cx="9078236" cy="5947020"/>
          </a:xfrm>
        </p:grpSpPr>
        <p:cxnSp>
          <p:nvCxnSpPr>
            <p:cNvPr id="48" name="Google Shape;48;p5"/>
            <p:cNvCxnSpPr/>
            <p:nvPr/>
          </p:nvCxnSpPr>
          <p:spPr>
            <a:xfrm rot="-5400000">
              <a:off x="6194650" y="2609525"/>
              <a:ext cx="4686900" cy="5463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49" name="Google Shape;49;p5"/>
            <p:cNvCxnSpPr/>
            <p:nvPr/>
          </p:nvCxnSpPr>
          <p:spPr>
            <a:xfrm rot="-5400000">
              <a:off x="6564000" y="2981200"/>
              <a:ext cx="4140000" cy="6066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50" name="Google Shape;50;p5"/>
            <p:cNvCxnSpPr/>
            <p:nvPr/>
          </p:nvCxnSpPr>
          <p:spPr>
            <a:xfrm rot="-5400000">
              <a:off x="-2013300" y="3409838"/>
              <a:ext cx="4697700" cy="3663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51" name="Google Shape;51;p5"/>
            <p:cNvCxnSpPr/>
            <p:nvPr/>
          </p:nvCxnSpPr>
          <p:spPr>
            <a:xfrm rot="-5400000">
              <a:off x="-1700950" y="3696913"/>
              <a:ext cx="41400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nvGrpSpPr>
            <p:cNvPr id="52" name="Google Shape;52;p5"/>
            <p:cNvGrpSpPr/>
            <p:nvPr/>
          </p:nvGrpSpPr>
          <p:grpSpPr>
            <a:xfrm>
              <a:off x="244996" y="123192"/>
              <a:ext cx="8898990" cy="3904742"/>
              <a:chOff x="244996" y="123192"/>
              <a:chExt cx="8898990" cy="3904742"/>
            </a:xfrm>
          </p:grpSpPr>
          <p:sp>
            <p:nvSpPr>
              <p:cNvPr id="53" name="Google Shape;53;p5"/>
              <p:cNvSpPr/>
              <p:nvPr/>
            </p:nvSpPr>
            <p:spPr>
              <a:xfrm>
                <a:off x="8307552" y="123192"/>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8554009" y="836635"/>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9010993" y="3894941"/>
                <a:ext cx="132993" cy="132993"/>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244996" y="1750985"/>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8"/>
          <p:cNvSpPr txBox="1">
            <a:spLocks noGrp="1"/>
          </p:cNvSpPr>
          <p:nvPr>
            <p:ph type="title"/>
          </p:nvPr>
        </p:nvSpPr>
        <p:spPr>
          <a:xfrm>
            <a:off x="838650" y="1518450"/>
            <a:ext cx="4151400" cy="21066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78" name="Google Shape;78;p8"/>
          <p:cNvGrpSpPr/>
          <p:nvPr/>
        </p:nvGrpSpPr>
        <p:grpSpPr>
          <a:xfrm>
            <a:off x="-950200" y="-235500"/>
            <a:ext cx="9904500" cy="5229850"/>
            <a:chOff x="-950200" y="-235500"/>
            <a:chExt cx="9904500" cy="5229850"/>
          </a:xfrm>
        </p:grpSpPr>
        <p:cxnSp>
          <p:nvCxnSpPr>
            <p:cNvPr id="79" name="Google Shape;79;p8"/>
            <p:cNvCxnSpPr/>
            <p:nvPr/>
          </p:nvCxnSpPr>
          <p:spPr>
            <a:xfrm>
              <a:off x="-122100" y="-12395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80" name="Google Shape;80;p8"/>
            <p:cNvCxnSpPr/>
            <p:nvPr/>
          </p:nvCxnSpPr>
          <p:spPr>
            <a:xfrm>
              <a:off x="-313975" y="-23550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81" name="Google Shape;81;p8"/>
            <p:cNvCxnSpPr/>
            <p:nvPr/>
          </p:nvCxnSpPr>
          <p:spPr>
            <a:xfrm>
              <a:off x="-766600" y="2793225"/>
              <a:ext cx="9720900" cy="1699500"/>
            </a:xfrm>
            <a:prstGeom prst="bentConnector3">
              <a:avLst>
                <a:gd name="adj1" fmla="val 5194"/>
              </a:avLst>
            </a:prstGeom>
            <a:noFill/>
            <a:ln w="19050" cap="flat" cmpd="sng">
              <a:solidFill>
                <a:schemeClr val="lt2"/>
              </a:solidFill>
              <a:prstDash val="solid"/>
              <a:round/>
              <a:headEnd type="none" w="med" len="med"/>
              <a:tailEnd type="oval" w="med" len="med"/>
            </a:ln>
          </p:spPr>
        </p:cxnSp>
        <p:cxnSp>
          <p:nvCxnSpPr>
            <p:cNvPr id="82" name="Google Shape;82;p8"/>
            <p:cNvCxnSpPr/>
            <p:nvPr/>
          </p:nvCxnSpPr>
          <p:spPr>
            <a:xfrm>
              <a:off x="-950200" y="2976850"/>
              <a:ext cx="9712500" cy="1404300"/>
            </a:xfrm>
            <a:prstGeom prst="bentConnector3">
              <a:avLst>
                <a:gd name="adj1" fmla="val 14297"/>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7"/>
        <p:cNvGrpSpPr/>
        <p:nvPr/>
      </p:nvGrpSpPr>
      <p:grpSpPr>
        <a:xfrm>
          <a:off x="0" y="0"/>
          <a:ext cx="0" cy="0"/>
          <a:chOff x="0" y="0"/>
          <a:chExt cx="0" cy="0"/>
        </a:xfrm>
      </p:grpSpPr>
      <p:sp>
        <p:nvSpPr>
          <p:cNvPr id="98" name="Google Shape;98;p11"/>
          <p:cNvSpPr txBox="1">
            <a:spLocks noGrp="1"/>
          </p:cNvSpPr>
          <p:nvPr>
            <p:ph type="title" hasCustomPrompt="1"/>
          </p:nvPr>
        </p:nvSpPr>
        <p:spPr>
          <a:xfrm>
            <a:off x="1284000" y="1555613"/>
            <a:ext cx="6576000" cy="1360200"/>
          </a:xfrm>
          <a:prstGeom prst="rect">
            <a:avLst/>
          </a:prstGeom>
          <a:solidFill>
            <a:schemeClr val="lt2"/>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9" name="Google Shape;99;p11"/>
          <p:cNvSpPr txBox="1">
            <a:spLocks noGrp="1"/>
          </p:cNvSpPr>
          <p:nvPr>
            <p:ph type="subTitle" idx="1"/>
          </p:nvPr>
        </p:nvSpPr>
        <p:spPr>
          <a:xfrm>
            <a:off x="1284000" y="3090788"/>
            <a:ext cx="6576000" cy="365700"/>
          </a:xfrm>
          <a:prstGeom prst="rect">
            <a:avLst/>
          </a:prstGeom>
          <a:solidFill>
            <a:schemeClr val="lt2"/>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solidFill>
                  <a:schemeClr val="accent5"/>
                </a:solidFill>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00" name="Google Shape;100;p11"/>
          <p:cNvGrpSpPr/>
          <p:nvPr/>
        </p:nvGrpSpPr>
        <p:grpSpPr>
          <a:xfrm>
            <a:off x="-135425" y="-190387"/>
            <a:ext cx="9421725" cy="5232813"/>
            <a:chOff x="-135425" y="-190387"/>
            <a:chExt cx="9421725" cy="5232813"/>
          </a:xfrm>
        </p:grpSpPr>
        <p:cxnSp>
          <p:nvCxnSpPr>
            <p:cNvPr id="101" name="Google Shape;101;p11"/>
            <p:cNvCxnSpPr/>
            <p:nvPr/>
          </p:nvCxnSpPr>
          <p:spPr>
            <a:xfrm rot="-5400000" flipH="1">
              <a:off x="-380550" y="571163"/>
              <a:ext cx="2426100" cy="903000"/>
            </a:xfrm>
            <a:prstGeom prst="bentConnector2">
              <a:avLst/>
            </a:prstGeom>
            <a:noFill/>
            <a:ln w="19050" cap="flat" cmpd="sng">
              <a:solidFill>
                <a:schemeClr val="lt2"/>
              </a:solidFill>
              <a:prstDash val="solid"/>
              <a:round/>
              <a:headEnd type="none" w="med" len="med"/>
              <a:tailEnd type="oval" w="med" len="med"/>
            </a:ln>
          </p:spPr>
        </p:cxnSp>
        <p:cxnSp>
          <p:nvCxnSpPr>
            <p:cNvPr id="102" name="Google Shape;102;p11"/>
            <p:cNvCxnSpPr/>
            <p:nvPr/>
          </p:nvCxnSpPr>
          <p:spPr>
            <a:xfrm rot="-5400000" flipH="1">
              <a:off x="-924000" y="1419413"/>
              <a:ext cx="3439500" cy="524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03" name="Google Shape;103;p11"/>
            <p:cNvCxnSpPr/>
            <p:nvPr/>
          </p:nvCxnSpPr>
          <p:spPr>
            <a:xfrm rot="5400000">
              <a:off x="7914850" y="2156275"/>
              <a:ext cx="1491900" cy="12510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04" name="Google Shape;104;p11"/>
            <p:cNvCxnSpPr/>
            <p:nvPr/>
          </p:nvCxnSpPr>
          <p:spPr>
            <a:xfrm>
              <a:off x="-123950" y="4755625"/>
              <a:ext cx="9146400" cy="286800"/>
            </a:xfrm>
            <a:prstGeom prst="bentConnector3">
              <a:avLst>
                <a:gd name="adj1" fmla="val 51191"/>
              </a:avLst>
            </a:prstGeom>
            <a:noFill/>
            <a:ln w="19050" cap="flat" cmpd="sng">
              <a:solidFill>
                <a:schemeClr val="lt2"/>
              </a:solidFill>
              <a:prstDash val="solid"/>
              <a:round/>
              <a:headEnd type="none" w="med" len="med"/>
              <a:tailEnd type="oval" w="med" len="med"/>
            </a:ln>
          </p:spPr>
        </p:cxnSp>
        <p:cxnSp>
          <p:nvCxnSpPr>
            <p:cNvPr id="105" name="Google Shape;105;p11"/>
            <p:cNvCxnSpPr/>
            <p:nvPr/>
          </p:nvCxnSpPr>
          <p:spPr>
            <a:xfrm rot="10800000" flipH="1">
              <a:off x="-135425" y="4399725"/>
              <a:ext cx="8882400" cy="252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06" name="Google Shape;106;p11"/>
          <p:cNvGrpSpPr/>
          <p:nvPr/>
        </p:nvGrpSpPr>
        <p:grpSpPr>
          <a:xfrm rot="-5400000">
            <a:off x="8438575" y="4204225"/>
            <a:ext cx="882599" cy="403555"/>
            <a:chOff x="7884075" y="238975"/>
            <a:chExt cx="882599" cy="403555"/>
          </a:xfrm>
        </p:grpSpPr>
        <p:sp>
          <p:nvSpPr>
            <p:cNvPr id="107" name="Google Shape;107;p11"/>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1"/>
        <p:cNvGrpSpPr/>
        <p:nvPr/>
      </p:nvGrpSpPr>
      <p:grpSpPr>
        <a:xfrm>
          <a:off x="0" y="0"/>
          <a:ext cx="0" cy="0"/>
          <a:chOff x="0" y="0"/>
          <a:chExt cx="0" cy="0"/>
        </a:xfrm>
      </p:grpSpPr>
      <p:sp>
        <p:nvSpPr>
          <p:cNvPr id="112" name="Google Shape;11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3" name="Google Shape;113;p13"/>
          <p:cNvSpPr txBox="1">
            <a:spLocks noGrp="1"/>
          </p:cNvSpPr>
          <p:nvPr>
            <p:ph type="subTitle" idx="1"/>
          </p:nvPr>
        </p:nvSpPr>
        <p:spPr>
          <a:xfrm>
            <a:off x="2917223" y="1661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4" name="Google Shape;114;p13"/>
          <p:cNvSpPr txBox="1">
            <a:spLocks noGrp="1"/>
          </p:cNvSpPr>
          <p:nvPr>
            <p:ph type="subTitle" idx="2"/>
          </p:nvPr>
        </p:nvSpPr>
        <p:spPr>
          <a:xfrm>
            <a:off x="2917223" y="247945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5" name="Google Shape;115;p13"/>
          <p:cNvSpPr txBox="1">
            <a:spLocks noGrp="1"/>
          </p:cNvSpPr>
          <p:nvPr>
            <p:ph type="subTitle" idx="3"/>
          </p:nvPr>
        </p:nvSpPr>
        <p:spPr>
          <a:xfrm>
            <a:off x="2917223" y="3297775"/>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6" name="Google Shape;116;p13"/>
          <p:cNvSpPr txBox="1">
            <a:spLocks noGrp="1"/>
          </p:cNvSpPr>
          <p:nvPr>
            <p:ph type="subTitle" idx="4"/>
          </p:nvPr>
        </p:nvSpPr>
        <p:spPr>
          <a:xfrm>
            <a:off x="2917223" y="4116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7" name="Google Shape;117;p13"/>
          <p:cNvSpPr txBox="1">
            <a:spLocks noGrp="1"/>
          </p:cNvSpPr>
          <p:nvPr>
            <p:ph type="title" idx="5" hasCustomPrompt="1"/>
          </p:nvPr>
        </p:nvSpPr>
        <p:spPr>
          <a:xfrm>
            <a:off x="1986273" y="140135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6" hasCustomPrompt="1"/>
          </p:nvPr>
        </p:nvSpPr>
        <p:spPr>
          <a:xfrm>
            <a:off x="1986273" y="3037983"/>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a:spLocks noGrp="1"/>
          </p:cNvSpPr>
          <p:nvPr>
            <p:ph type="title" idx="7" hasCustomPrompt="1"/>
          </p:nvPr>
        </p:nvSpPr>
        <p:spPr>
          <a:xfrm>
            <a:off x="1986273" y="2219667"/>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a:spLocks noGrp="1"/>
          </p:cNvSpPr>
          <p:nvPr>
            <p:ph type="title" idx="8" hasCustomPrompt="1"/>
          </p:nvPr>
        </p:nvSpPr>
        <p:spPr>
          <a:xfrm>
            <a:off x="1986273" y="385630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a:spLocks noGrp="1"/>
          </p:cNvSpPr>
          <p:nvPr>
            <p:ph type="subTitle" idx="9"/>
          </p:nvPr>
        </p:nvSpPr>
        <p:spPr>
          <a:xfrm>
            <a:off x="2917223" y="140135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2" name="Google Shape;122;p13"/>
          <p:cNvSpPr txBox="1">
            <a:spLocks noGrp="1"/>
          </p:cNvSpPr>
          <p:nvPr>
            <p:ph type="subTitle" idx="13"/>
          </p:nvPr>
        </p:nvSpPr>
        <p:spPr>
          <a:xfrm>
            <a:off x="2917227" y="221970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3" name="Google Shape;123;p13"/>
          <p:cNvSpPr txBox="1">
            <a:spLocks noGrp="1"/>
          </p:cNvSpPr>
          <p:nvPr>
            <p:ph type="subTitle" idx="14"/>
          </p:nvPr>
        </p:nvSpPr>
        <p:spPr>
          <a:xfrm>
            <a:off x="2917223" y="3037976"/>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4" name="Google Shape;124;p13"/>
          <p:cNvSpPr txBox="1">
            <a:spLocks noGrp="1"/>
          </p:cNvSpPr>
          <p:nvPr>
            <p:ph type="subTitle" idx="15"/>
          </p:nvPr>
        </p:nvSpPr>
        <p:spPr>
          <a:xfrm>
            <a:off x="2917227" y="3856301"/>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25" name="Google Shape;125;p13"/>
          <p:cNvGrpSpPr/>
          <p:nvPr/>
        </p:nvGrpSpPr>
        <p:grpSpPr>
          <a:xfrm>
            <a:off x="8113600" y="227500"/>
            <a:ext cx="882599" cy="403555"/>
            <a:chOff x="7884075" y="238975"/>
            <a:chExt cx="882599" cy="403555"/>
          </a:xfrm>
        </p:grpSpPr>
        <p:sp>
          <p:nvSpPr>
            <p:cNvPr id="126" name="Google Shape;126;p13"/>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13"/>
          <p:cNvGrpSpPr/>
          <p:nvPr/>
        </p:nvGrpSpPr>
        <p:grpSpPr>
          <a:xfrm>
            <a:off x="378100" y="-216500"/>
            <a:ext cx="8131200" cy="5239200"/>
            <a:chOff x="378100" y="-216500"/>
            <a:chExt cx="8131200" cy="5239200"/>
          </a:xfrm>
        </p:grpSpPr>
        <p:cxnSp>
          <p:nvCxnSpPr>
            <p:cNvPr id="130" name="Google Shape;130;p13"/>
            <p:cNvCxnSpPr/>
            <p:nvPr/>
          </p:nvCxnSpPr>
          <p:spPr>
            <a:xfrm>
              <a:off x="378100" y="-2165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cxnSp>
          <p:nvCxnSpPr>
            <p:cNvPr id="131" name="Google Shape;131;p13"/>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2" name="Google Shape;162;p17"/>
          <p:cNvSpPr txBox="1">
            <a:spLocks noGrp="1"/>
          </p:cNvSpPr>
          <p:nvPr>
            <p:ph type="subTitle" idx="1"/>
          </p:nvPr>
        </p:nvSpPr>
        <p:spPr>
          <a:xfrm>
            <a:off x="4827974"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7"/>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rot="-5400000" flipH="1">
              <a:off x="6857075" y="1775500"/>
              <a:ext cx="4097100" cy="187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6" name="Google Shape;166;p17"/>
            <p:cNvCxnSpPr/>
            <p:nvPr/>
          </p:nvCxnSpPr>
          <p:spPr>
            <a:xfrm rot="10800000" flipH="1">
              <a:off x="667900" y="4271400"/>
              <a:ext cx="2765700" cy="96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7" name="Google Shape;167;p17"/>
            <p:cNvCxnSpPr/>
            <p:nvPr/>
          </p:nvCxnSpPr>
          <p:spPr>
            <a:xfrm rot="5400000" flipH="1">
              <a:off x="7318025" y="39077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8" name="Google Shape;168;p17"/>
            <p:cNvCxnSpPr/>
            <p:nvPr/>
          </p:nvCxnSpPr>
          <p:spPr>
            <a:xfrm rot="5400000" flipH="1">
              <a:off x="7083950" y="45416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cxnSp>
          <p:nvCxnSpPr>
            <p:cNvPr id="169" name="Google Shape;169;p17"/>
            <p:cNvCxnSpPr/>
            <p:nvPr/>
          </p:nvCxnSpPr>
          <p:spPr>
            <a:xfrm rot="10800000" flipH="1">
              <a:off x="-320650" y="4087825"/>
              <a:ext cx="5808300" cy="878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70" name="Google Shape;170;p17"/>
            <p:cNvCxnSpPr/>
            <p:nvPr/>
          </p:nvCxnSpPr>
          <p:spPr>
            <a:xfrm rot="5400000">
              <a:off x="-237850" y="22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71" name="Google Shape;171;p17"/>
            <p:cNvCxnSpPr/>
            <p:nvPr/>
          </p:nvCxnSpPr>
          <p:spPr>
            <a:xfrm rot="5400000">
              <a:off x="-317750" y="-1327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85"/>
        <p:cNvGrpSpPr/>
        <p:nvPr/>
      </p:nvGrpSpPr>
      <p:grpSpPr>
        <a:xfrm>
          <a:off x="0" y="0"/>
          <a:ext cx="0" cy="0"/>
          <a:chOff x="0" y="0"/>
          <a:chExt cx="0" cy="0"/>
        </a:xfrm>
      </p:grpSpPr>
      <p:sp>
        <p:nvSpPr>
          <p:cNvPr id="186" name="Google Shape;18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7" name="Google Shape;187;p19"/>
          <p:cNvSpPr txBox="1">
            <a:spLocks noGrp="1"/>
          </p:cNvSpPr>
          <p:nvPr>
            <p:ph type="subTitle" idx="1"/>
          </p:nvPr>
        </p:nvSpPr>
        <p:spPr>
          <a:xfrm>
            <a:off x="720000" y="1268825"/>
            <a:ext cx="7704000" cy="803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8" name="Google Shape;188;p19"/>
          <p:cNvGrpSpPr/>
          <p:nvPr/>
        </p:nvGrpSpPr>
        <p:grpSpPr>
          <a:xfrm>
            <a:off x="8217450" y="-781975"/>
            <a:ext cx="1124700" cy="6431700"/>
            <a:chOff x="8217450" y="-781975"/>
            <a:chExt cx="1124700" cy="6431700"/>
          </a:xfrm>
        </p:grpSpPr>
        <p:cxnSp>
          <p:nvCxnSpPr>
            <p:cNvPr id="189" name="Google Shape;189;p19"/>
            <p:cNvCxnSpPr/>
            <p:nvPr/>
          </p:nvCxnSpPr>
          <p:spPr>
            <a:xfrm rot="5400000">
              <a:off x="7864150" y="-1056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90" name="Google Shape;190;p19"/>
            <p:cNvCxnSpPr/>
            <p:nvPr/>
          </p:nvCxnSpPr>
          <p:spPr>
            <a:xfrm rot="5400000">
              <a:off x="8105550" y="-441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91" name="Google Shape;191;p19"/>
            <p:cNvCxnSpPr/>
            <p:nvPr/>
          </p:nvCxnSpPr>
          <p:spPr>
            <a:xfrm rot="-5400000">
              <a:off x="7613150" y="424377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92" name="Google Shape;192;p19"/>
            <p:cNvCxnSpPr/>
            <p:nvPr/>
          </p:nvCxnSpPr>
          <p:spPr>
            <a:xfrm rot="-5400000">
              <a:off x="7587450" y="430527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93" name="Google Shape;193;p19"/>
          <p:cNvGrpSpPr/>
          <p:nvPr/>
        </p:nvGrpSpPr>
        <p:grpSpPr>
          <a:xfrm>
            <a:off x="8618643" y="1192466"/>
            <a:ext cx="400449" cy="2933146"/>
            <a:chOff x="7553711" y="-2334286"/>
            <a:chExt cx="455625" cy="3337292"/>
          </a:xfrm>
        </p:grpSpPr>
        <p:sp>
          <p:nvSpPr>
            <p:cNvPr id="194" name="Google Shape;194;p19"/>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9"/>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9"/>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5"/>
        <p:cNvGrpSpPr/>
        <p:nvPr/>
      </p:nvGrpSpPr>
      <p:grpSpPr>
        <a:xfrm>
          <a:off x="0" y="0"/>
          <a:ext cx="0" cy="0"/>
          <a:chOff x="0" y="0"/>
          <a:chExt cx="0" cy="0"/>
        </a:xfrm>
      </p:grpSpPr>
      <p:grpSp>
        <p:nvGrpSpPr>
          <p:cNvPr id="336" name="Google Shape;336;p28"/>
          <p:cNvGrpSpPr/>
          <p:nvPr/>
        </p:nvGrpSpPr>
        <p:grpSpPr>
          <a:xfrm>
            <a:off x="-709225" y="2020450"/>
            <a:ext cx="10403925" cy="4250875"/>
            <a:chOff x="-709225" y="2020450"/>
            <a:chExt cx="10403925" cy="4250875"/>
          </a:xfrm>
        </p:grpSpPr>
        <p:grpSp>
          <p:nvGrpSpPr>
            <p:cNvPr id="337" name="Google Shape;337;p28"/>
            <p:cNvGrpSpPr/>
            <p:nvPr/>
          </p:nvGrpSpPr>
          <p:grpSpPr>
            <a:xfrm>
              <a:off x="176175" y="2459300"/>
              <a:ext cx="418425" cy="3812025"/>
              <a:chOff x="176175" y="2459300"/>
              <a:chExt cx="418425" cy="3812025"/>
            </a:xfrm>
          </p:grpSpPr>
          <p:cxnSp>
            <p:nvCxnSpPr>
              <p:cNvPr id="338" name="Google Shape;338;p28"/>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39" name="Google Shape;339;p28"/>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340" name="Google Shape;340;p28"/>
            <p:cNvGrpSpPr/>
            <p:nvPr/>
          </p:nvGrpSpPr>
          <p:grpSpPr>
            <a:xfrm>
              <a:off x="-709225" y="4185350"/>
              <a:ext cx="7895400" cy="1976375"/>
              <a:chOff x="-709225" y="4185350"/>
              <a:chExt cx="7895400" cy="1976375"/>
            </a:xfrm>
          </p:grpSpPr>
          <p:cxnSp>
            <p:nvCxnSpPr>
              <p:cNvPr id="341" name="Google Shape;341;p28"/>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342" name="Google Shape;342;p28"/>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43" name="Google Shape;343;p28"/>
            <p:cNvGrpSpPr/>
            <p:nvPr/>
          </p:nvGrpSpPr>
          <p:grpSpPr>
            <a:xfrm>
              <a:off x="8878450" y="2020450"/>
              <a:ext cx="816250" cy="2568900"/>
              <a:chOff x="8878450" y="2020450"/>
              <a:chExt cx="816250" cy="2568900"/>
            </a:xfrm>
          </p:grpSpPr>
          <p:cxnSp>
            <p:nvCxnSpPr>
              <p:cNvPr id="344" name="Google Shape;344;p28"/>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345" name="Google Shape;345;p28"/>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346" name="Google Shape;346;p28"/>
          <p:cNvGrpSpPr/>
          <p:nvPr/>
        </p:nvGrpSpPr>
        <p:grpSpPr>
          <a:xfrm>
            <a:off x="84278" y="2240873"/>
            <a:ext cx="8837445" cy="2718104"/>
            <a:chOff x="84278" y="2240873"/>
            <a:chExt cx="8837445" cy="2718104"/>
          </a:xfrm>
        </p:grpSpPr>
        <p:sp>
          <p:nvSpPr>
            <p:cNvPr id="347" name="Google Shape;347;p28"/>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9"/>
        <p:cNvGrpSpPr/>
        <p:nvPr/>
      </p:nvGrpSpPr>
      <p:grpSpPr>
        <a:xfrm>
          <a:off x="0" y="0"/>
          <a:ext cx="0" cy="0"/>
          <a:chOff x="0" y="0"/>
          <a:chExt cx="0" cy="0"/>
        </a:xfrm>
      </p:grpSpPr>
      <p:grpSp>
        <p:nvGrpSpPr>
          <p:cNvPr id="350" name="Google Shape;350;p29"/>
          <p:cNvGrpSpPr/>
          <p:nvPr/>
        </p:nvGrpSpPr>
        <p:grpSpPr>
          <a:xfrm>
            <a:off x="140000" y="188300"/>
            <a:ext cx="580000" cy="6094500"/>
            <a:chOff x="140000" y="188300"/>
            <a:chExt cx="580000" cy="6094500"/>
          </a:xfrm>
        </p:grpSpPr>
        <p:cxnSp>
          <p:nvCxnSpPr>
            <p:cNvPr id="351" name="Google Shape;351;p29"/>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52" name="Google Shape;352;p29"/>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3" name="Google Shape;353;p29"/>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54" name="Google Shape;354;p29"/>
          <p:cNvGrpSpPr/>
          <p:nvPr/>
        </p:nvGrpSpPr>
        <p:grpSpPr>
          <a:xfrm>
            <a:off x="64493" y="394791"/>
            <a:ext cx="400449" cy="2933146"/>
            <a:chOff x="7553711" y="-2334286"/>
            <a:chExt cx="455625" cy="3337292"/>
          </a:xfrm>
        </p:grpSpPr>
        <p:sp>
          <p:nvSpPr>
            <p:cNvPr id="355" name="Google Shape;355;p29"/>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7" r:id="rId5"/>
    <p:sldLayoutId id="2147483658" r:id="rId6"/>
    <p:sldLayoutId id="2147483659" r:id="rId7"/>
    <p:sldLayoutId id="2147483663" r:id="rId8"/>
    <p:sldLayoutId id="2147483665" r:id="rId9"/>
    <p:sldLayoutId id="2147483674" r:id="rId10"/>
    <p:sldLayoutId id="214748367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7"/>
        <p:cNvGrpSpPr/>
        <p:nvPr/>
      </p:nvGrpSpPr>
      <p:grpSpPr>
        <a:xfrm>
          <a:off x="0" y="0"/>
          <a:ext cx="0" cy="0"/>
          <a:chOff x="0" y="0"/>
          <a:chExt cx="0" cy="0"/>
        </a:xfrm>
      </p:grpSpPr>
      <p:sp>
        <p:nvSpPr>
          <p:cNvPr id="368" name="Google Shape;368;p33"/>
          <p:cNvSpPr txBox="1">
            <a:spLocks noGrp="1"/>
          </p:cNvSpPr>
          <p:nvPr>
            <p:ph type="ctrTitle"/>
          </p:nvPr>
        </p:nvSpPr>
        <p:spPr>
          <a:xfrm>
            <a:off x="3901211" y="756273"/>
            <a:ext cx="5153579" cy="197949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3600" dirty="0">
                <a:latin typeface="Segoe UI Semibold" panose="020B0702040204020203" pitchFamily="34" charset="0"/>
                <a:ea typeface="Segoe UI Emoji" panose="020B0502040204020203" pitchFamily="34" charset="0"/>
                <a:cs typeface="Segoe UI Semibold" panose="020B0702040204020203" pitchFamily="34" charset="0"/>
              </a:rPr>
              <a:t>Xây dựng website quản lý và tìm kiếm văn bản, hợp đồng nội bộ</a:t>
            </a:r>
            <a:endParaRPr lang="en-US" sz="3600" dirty="0">
              <a:latin typeface="Segoe UI Semibold" panose="020B0702040204020203" pitchFamily="34" charset="0"/>
              <a:ea typeface="Segoe UI Emoji" panose="020B0502040204020203" pitchFamily="34" charset="0"/>
              <a:cs typeface="Segoe UI Semibold" panose="020B0702040204020203" pitchFamily="34" charset="0"/>
            </a:endParaRPr>
          </a:p>
        </p:txBody>
      </p:sp>
      <p:sp>
        <p:nvSpPr>
          <p:cNvPr id="369" name="Google Shape;369;p33"/>
          <p:cNvSpPr txBox="1">
            <a:spLocks noGrp="1"/>
          </p:cNvSpPr>
          <p:nvPr>
            <p:ph type="subTitle" idx="1"/>
          </p:nvPr>
        </p:nvSpPr>
        <p:spPr>
          <a:xfrm>
            <a:off x="4170772" y="2874587"/>
            <a:ext cx="4260000" cy="531069"/>
          </a:xfrm>
          <a:prstGeom prst="rect">
            <a:avLst/>
          </a:prstGeom>
          <a:noFill/>
          <a:ln w="28575">
            <a:solidFill>
              <a:schemeClr val="tx2"/>
            </a:solid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bg2"/>
                </a:solidFill>
              </a:rPr>
              <a:t>Nhóm</a:t>
            </a:r>
            <a:r>
              <a:rPr lang="en-US" dirty="0">
                <a:solidFill>
                  <a:schemeClr val="bg2"/>
                </a:solidFill>
              </a:rPr>
              <a:t> 5</a:t>
            </a:r>
            <a:endParaRPr dirty="0">
              <a:solidFill>
                <a:schemeClr val="bg2"/>
              </a:solidFill>
            </a:endParaRPr>
          </a:p>
        </p:txBody>
      </p:sp>
      <p:cxnSp>
        <p:nvCxnSpPr>
          <p:cNvPr id="370" name="Google Shape;370;p33"/>
          <p:cNvCxnSpPr>
            <a:cxnSpLocks/>
            <a:endCxn id="369" idx="1"/>
          </p:cNvCxnSpPr>
          <p:nvPr/>
        </p:nvCxnSpPr>
        <p:spPr>
          <a:xfrm rot="16200000" flipH="1">
            <a:off x="2066169" y="1035519"/>
            <a:ext cx="3863906" cy="345300"/>
          </a:xfrm>
          <a:prstGeom prst="bentConnector2">
            <a:avLst/>
          </a:prstGeom>
          <a:noFill/>
          <a:ln w="19050" cap="flat" cmpd="sng">
            <a:solidFill>
              <a:schemeClr val="lt2"/>
            </a:solidFill>
            <a:prstDash val="solid"/>
            <a:round/>
            <a:headEnd type="none" w="med" len="med"/>
            <a:tailEnd type="oval" w="med" len="med"/>
          </a:ln>
        </p:spPr>
      </p:cxnSp>
      <p:grpSp>
        <p:nvGrpSpPr>
          <p:cNvPr id="371" name="Google Shape;371;p33"/>
          <p:cNvGrpSpPr/>
          <p:nvPr/>
        </p:nvGrpSpPr>
        <p:grpSpPr>
          <a:xfrm>
            <a:off x="718328" y="766320"/>
            <a:ext cx="2795593" cy="3610859"/>
            <a:chOff x="713228" y="756273"/>
            <a:chExt cx="2795593" cy="3610859"/>
          </a:xfrm>
        </p:grpSpPr>
        <p:grpSp>
          <p:nvGrpSpPr>
            <p:cNvPr id="372" name="Google Shape;372;p33"/>
            <p:cNvGrpSpPr/>
            <p:nvPr/>
          </p:nvGrpSpPr>
          <p:grpSpPr>
            <a:xfrm>
              <a:off x="713228" y="756273"/>
              <a:ext cx="2795593" cy="3610859"/>
              <a:chOff x="293087" y="273641"/>
              <a:chExt cx="3511170" cy="4535116"/>
            </a:xfrm>
          </p:grpSpPr>
          <p:sp>
            <p:nvSpPr>
              <p:cNvPr id="373" name="Google Shape;373;p33"/>
              <p:cNvSpPr/>
              <p:nvPr/>
            </p:nvSpPr>
            <p:spPr>
              <a:xfrm>
                <a:off x="2601618" y="4214808"/>
                <a:ext cx="324803" cy="324793"/>
              </a:xfrm>
              <a:custGeom>
                <a:avLst/>
                <a:gdLst/>
                <a:ahLst/>
                <a:cxnLst/>
                <a:rect l="l" t="t" r="r" b="b"/>
                <a:pathLst>
                  <a:path w="4231" h="4231" extrusionOk="0">
                    <a:moveTo>
                      <a:pt x="4230" y="2118"/>
                    </a:moveTo>
                    <a:cubicBezTo>
                      <a:pt x="4230" y="3280"/>
                      <a:pt x="3281" y="4230"/>
                      <a:pt x="2113" y="4230"/>
                    </a:cubicBezTo>
                    <a:cubicBezTo>
                      <a:pt x="944" y="4230"/>
                      <a:pt x="1" y="3280"/>
                      <a:pt x="1" y="2118"/>
                    </a:cubicBezTo>
                    <a:cubicBezTo>
                      <a:pt x="1" y="950"/>
                      <a:pt x="944" y="0"/>
                      <a:pt x="2113" y="0"/>
                    </a:cubicBezTo>
                    <a:cubicBezTo>
                      <a:pt x="3281" y="0"/>
                      <a:pt x="4230" y="950"/>
                      <a:pt x="4230" y="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3332150" y="2479887"/>
                <a:ext cx="187378" cy="187402"/>
              </a:xfrm>
              <a:custGeom>
                <a:avLst/>
                <a:gdLst/>
                <a:ahLst/>
                <a:cxnLst/>
                <a:rect l="l" t="t" r="r" b="b"/>
                <a:pathLst>
                  <a:path w="4230" h="4231" extrusionOk="0">
                    <a:moveTo>
                      <a:pt x="4230" y="2119"/>
                    </a:moveTo>
                    <a:cubicBezTo>
                      <a:pt x="4230" y="3287"/>
                      <a:pt x="3280" y="4231"/>
                      <a:pt x="2112" y="4231"/>
                    </a:cubicBezTo>
                    <a:cubicBezTo>
                      <a:pt x="944" y="4231"/>
                      <a:pt x="0" y="3287"/>
                      <a:pt x="0" y="2119"/>
                    </a:cubicBezTo>
                    <a:cubicBezTo>
                      <a:pt x="0" y="950"/>
                      <a:pt x="944" y="1"/>
                      <a:pt x="2112" y="1"/>
                    </a:cubicBezTo>
                    <a:cubicBezTo>
                      <a:pt x="3280" y="1"/>
                      <a:pt x="4230" y="950"/>
                      <a:pt x="4230" y="211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293087" y="273641"/>
                <a:ext cx="181266" cy="181242"/>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1038559" y="4453324"/>
                <a:ext cx="192303" cy="192296"/>
              </a:xfrm>
              <a:custGeom>
                <a:avLst/>
                <a:gdLst/>
                <a:ahLst/>
                <a:cxnLst/>
                <a:rect l="l" t="t" r="r" b="b"/>
                <a:pathLst>
                  <a:path w="2505" h="2505" extrusionOk="0">
                    <a:moveTo>
                      <a:pt x="2504" y="1255"/>
                    </a:moveTo>
                    <a:cubicBezTo>
                      <a:pt x="2504" y="1946"/>
                      <a:pt x="1946" y="2504"/>
                      <a:pt x="1256" y="2504"/>
                    </a:cubicBezTo>
                    <a:cubicBezTo>
                      <a:pt x="559" y="2504"/>
                      <a:pt x="1" y="1946"/>
                      <a:pt x="1" y="1255"/>
                    </a:cubicBezTo>
                    <a:cubicBezTo>
                      <a:pt x="1" y="559"/>
                      <a:pt x="559" y="1"/>
                      <a:pt x="1256" y="1"/>
                    </a:cubicBezTo>
                    <a:cubicBezTo>
                      <a:pt x="1946" y="1"/>
                      <a:pt x="2504" y="559"/>
                      <a:pt x="2504" y="12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434250" y="2832705"/>
                <a:ext cx="192226" cy="192220"/>
              </a:xfrm>
              <a:custGeom>
                <a:avLst/>
                <a:gdLst/>
                <a:ahLst/>
                <a:cxnLst/>
                <a:rect l="l" t="t" r="r" b="b"/>
                <a:pathLst>
                  <a:path w="2504" h="2504" extrusionOk="0">
                    <a:moveTo>
                      <a:pt x="2504" y="1249"/>
                    </a:moveTo>
                    <a:cubicBezTo>
                      <a:pt x="2504" y="1940"/>
                      <a:pt x="1945" y="2504"/>
                      <a:pt x="1255" y="2504"/>
                    </a:cubicBezTo>
                    <a:cubicBezTo>
                      <a:pt x="564" y="2504"/>
                      <a:pt x="0" y="1940"/>
                      <a:pt x="0" y="1249"/>
                    </a:cubicBezTo>
                    <a:cubicBezTo>
                      <a:pt x="0" y="558"/>
                      <a:pt x="564" y="0"/>
                      <a:pt x="1255" y="0"/>
                    </a:cubicBezTo>
                    <a:cubicBezTo>
                      <a:pt x="1945" y="0"/>
                      <a:pt x="2504" y="558"/>
                      <a:pt x="2504" y="12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1464919" y="461450"/>
                <a:ext cx="510350" cy="51033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627777" y="1786738"/>
                <a:ext cx="324727" cy="324793"/>
              </a:xfrm>
              <a:custGeom>
                <a:avLst/>
                <a:gdLst/>
                <a:ahLst/>
                <a:cxnLst/>
                <a:rect l="l" t="t" r="r" b="b"/>
                <a:pathLst>
                  <a:path w="4230" h="4231" extrusionOk="0">
                    <a:moveTo>
                      <a:pt x="4230" y="2113"/>
                    </a:moveTo>
                    <a:cubicBezTo>
                      <a:pt x="4230" y="3281"/>
                      <a:pt x="3280" y="4231"/>
                      <a:pt x="2112" y="4231"/>
                    </a:cubicBezTo>
                    <a:cubicBezTo>
                      <a:pt x="950" y="4231"/>
                      <a:pt x="0" y="3281"/>
                      <a:pt x="0" y="2113"/>
                    </a:cubicBezTo>
                    <a:cubicBezTo>
                      <a:pt x="0" y="945"/>
                      <a:pt x="950" y="1"/>
                      <a:pt x="2112" y="1"/>
                    </a:cubicBezTo>
                    <a:cubicBezTo>
                      <a:pt x="3280" y="1"/>
                      <a:pt x="4230" y="945"/>
                      <a:pt x="4230" y="211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782300" y="4555574"/>
                <a:ext cx="2362761" cy="253182"/>
              </a:xfrm>
              <a:custGeom>
                <a:avLst/>
                <a:gdLst/>
                <a:ahLst/>
                <a:cxnLst/>
                <a:rect l="l" t="t" r="r" b="b"/>
                <a:pathLst>
                  <a:path w="34075" h="8058" extrusionOk="0">
                    <a:moveTo>
                      <a:pt x="34075" y="4029"/>
                    </a:moveTo>
                    <a:cubicBezTo>
                      <a:pt x="34075" y="6256"/>
                      <a:pt x="26444" y="8057"/>
                      <a:pt x="17041" y="8057"/>
                    </a:cubicBezTo>
                    <a:cubicBezTo>
                      <a:pt x="7632" y="8057"/>
                      <a:pt x="1" y="6256"/>
                      <a:pt x="1" y="4029"/>
                    </a:cubicBezTo>
                    <a:cubicBezTo>
                      <a:pt x="1" y="1807"/>
                      <a:pt x="7632" y="0"/>
                      <a:pt x="17041" y="0"/>
                    </a:cubicBezTo>
                    <a:cubicBezTo>
                      <a:pt x="26444" y="0"/>
                      <a:pt x="34075" y="1807"/>
                      <a:pt x="34075" y="4029"/>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1535627" y="4051294"/>
                <a:ext cx="926891" cy="682211"/>
              </a:xfrm>
              <a:custGeom>
                <a:avLst/>
                <a:gdLst/>
                <a:ahLst/>
                <a:cxnLst/>
                <a:rect l="l" t="t" r="r" b="b"/>
                <a:pathLst>
                  <a:path w="12074" h="8887" extrusionOk="0">
                    <a:moveTo>
                      <a:pt x="5151" y="8881"/>
                    </a:moveTo>
                    <a:cubicBezTo>
                      <a:pt x="5013" y="8869"/>
                      <a:pt x="4886" y="8840"/>
                      <a:pt x="4754" y="8800"/>
                    </a:cubicBezTo>
                    <a:lnTo>
                      <a:pt x="1600" y="7707"/>
                    </a:lnTo>
                    <a:cubicBezTo>
                      <a:pt x="599" y="7361"/>
                      <a:pt x="0" y="6435"/>
                      <a:pt x="190" y="5549"/>
                    </a:cubicBezTo>
                    <a:lnTo>
                      <a:pt x="1180" y="858"/>
                    </a:lnTo>
                    <a:cubicBezTo>
                      <a:pt x="1197" y="778"/>
                      <a:pt x="1266" y="720"/>
                      <a:pt x="1358" y="715"/>
                    </a:cubicBezTo>
                    <a:lnTo>
                      <a:pt x="8621" y="7"/>
                    </a:lnTo>
                    <a:cubicBezTo>
                      <a:pt x="8696" y="1"/>
                      <a:pt x="8776" y="30"/>
                      <a:pt x="8828" y="82"/>
                    </a:cubicBezTo>
                    <a:cubicBezTo>
                      <a:pt x="8880" y="133"/>
                      <a:pt x="8897" y="202"/>
                      <a:pt x="8886" y="260"/>
                    </a:cubicBezTo>
                    <a:lnTo>
                      <a:pt x="7591" y="4634"/>
                    </a:lnTo>
                    <a:lnTo>
                      <a:pt x="7591" y="4634"/>
                    </a:lnTo>
                    <a:cubicBezTo>
                      <a:pt x="7366" y="5399"/>
                      <a:pt x="7890" y="6210"/>
                      <a:pt x="8799" y="6498"/>
                    </a:cubicBezTo>
                    <a:lnTo>
                      <a:pt x="11803" y="7448"/>
                    </a:lnTo>
                    <a:cubicBezTo>
                      <a:pt x="11964" y="7499"/>
                      <a:pt x="12074" y="7626"/>
                      <a:pt x="12062" y="7764"/>
                    </a:cubicBezTo>
                    <a:cubicBezTo>
                      <a:pt x="12057" y="7902"/>
                      <a:pt x="11947" y="8006"/>
                      <a:pt x="11786" y="8029"/>
                    </a:cubicBezTo>
                    <a:lnTo>
                      <a:pt x="5438" y="8881"/>
                    </a:lnTo>
                    <a:cubicBezTo>
                      <a:pt x="5352" y="8886"/>
                      <a:pt x="5254" y="8886"/>
                      <a:pt x="5151" y="8881"/>
                    </a:cubicBezTo>
                    <a:close/>
                    <a:moveTo>
                      <a:pt x="1583" y="1071"/>
                    </a:moveTo>
                    <a:lnTo>
                      <a:pt x="610" y="5641"/>
                    </a:lnTo>
                    <a:cubicBezTo>
                      <a:pt x="461" y="6349"/>
                      <a:pt x="944" y="7079"/>
                      <a:pt x="1732" y="7356"/>
                    </a:cubicBezTo>
                    <a:lnTo>
                      <a:pt x="4892" y="8438"/>
                    </a:lnTo>
                    <a:cubicBezTo>
                      <a:pt x="5036" y="8489"/>
                      <a:pt x="5197" y="8507"/>
                      <a:pt x="5346" y="8484"/>
                    </a:cubicBezTo>
                    <a:lnTo>
                      <a:pt x="11257" y="7684"/>
                    </a:lnTo>
                    <a:lnTo>
                      <a:pt x="8667" y="6855"/>
                    </a:lnTo>
                    <a:cubicBezTo>
                      <a:pt x="7533" y="6492"/>
                      <a:pt x="6866" y="5462"/>
                      <a:pt x="7153" y="4507"/>
                    </a:cubicBezTo>
                    <a:lnTo>
                      <a:pt x="8350" y="427"/>
                    </a:lnTo>
                    <a:close/>
                    <a:moveTo>
                      <a:pt x="7366" y="4570"/>
                    </a:move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1553284" y="4069027"/>
                <a:ext cx="908390" cy="648971"/>
              </a:xfrm>
              <a:custGeom>
                <a:avLst/>
                <a:gdLst/>
                <a:ahLst/>
                <a:cxnLst/>
                <a:rect l="l" t="t" r="r" b="b"/>
                <a:pathLst>
                  <a:path w="11833" h="8454" extrusionOk="0">
                    <a:moveTo>
                      <a:pt x="11585" y="7153"/>
                    </a:moveTo>
                    <a:lnTo>
                      <a:pt x="8564" y="6233"/>
                    </a:lnTo>
                    <a:cubicBezTo>
                      <a:pt x="7689" y="5956"/>
                      <a:pt x="7188" y="5174"/>
                      <a:pt x="7401" y="4437"/>
                    </a:cubicBezTo>
                    <a:lnTo>
                      <a:pt x="8638" y="248"/>
                    </a:lnTo>
                    <a:cubicBezTo>
                      <a:pt x="8661" y="190"/>
                      <a:pt x="8638" y="115"/>
                      <a:pt x="8592" y="75"/>
                    </a:cubicBezTo>
                    <a:cubicBezTo>
                      <a:pt x="8541" y="23"/>
                      <a:pt x="8466" y="0"/>
                      <a:pt x="8391" y="6"/>
                    </a:cubicBezTo>
                    <a:lnTo>
                      <a:pt x="1307" y="581"/>
                    </a:lnTo>
                    <a:cubicBezTo>
                      <a:pt x="1226" y="587"/>
                      <a:pt x="1151" y="650"/>
                      <a:pt x="1134" y="725"/>
                    </a:cubicBezTo>
                    <a:lnTo>
                      <a:pt x="179" y="5237"/>
                    </a:lnTo>
                    <a:cubicBezTo>
                      <a:pt x="0" y="6095"/>
                      <a:pt x="576" y="6987"/>
                      <a:pt x="1537" y="7315"/>
                    </a:cubicBezTo>
                    <a:lnTo>
                      <a:pt x="4575" y="8368"/>
                    </a:lnTo>
                    <a:cubicBezTo>
                      <a:pt x="4696" y="8408"/>
                      <a:pt x="4829" y="8437"/>
                      <a:pt x="4955" y="8448"/>
                    </a:cubicBezTo>
                    <a:cubicBezTo>
                      <a:pt x="5047" y="8454"/>
                      <a:pt x="5145" y="8448"/>
                      <a:pt x="5237" y="8437"/>
                    </a:cubicBezTo>
                    <a:lnTo>
                      <a:pt x="11568" y="7597"/>
                    </a:lnTo>
                    <a:cubicBezTo>
                      <a:pt x="11723" y="7573"/>
                      <a:pt x="11832" y="7516"/>
                      <a:pt x="11832" y="7412"/>
                    </a:cubicBezTo>
                    <a:cubicBezTo>
                      <a:pt x="11832" y="7326"/>
                      <a:pt x="11740" y="7194"/>
                      <a:pt x="11585" y="715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700629" y="2436189"/>
                <a:ext cx="2361445" cy="1971248"/>
              </a:xfrm>
              <a:custGeom>
                <a:avLst/>
                <a:gdLst/>
                <a:ahLst/>
                <a:cxnLst/>
                <a:rect l="l" t="t" r="r" b="b"/>
                <a:pathLst>
                  <a:path w="30761" h="25679" extrusionOk="0">
                    <a:moveTo>
                      <a:pt x="29931" y="23601"/>
                    </a:moveTo>
                    <a:lnTo>
                      <a:pt x="1474" y="25638"/>
                    </a:lnTo>
                    <a:cubicBezTo>
                      <a:pt x="881" y="25678"/>
                      <a:pt x="375" y="25178"/>
                      <a:pt x="369" y="24516"/>
                    </a:cubicBezTo>
                    <a:lnTo>
                      <a:pt x="6" y="1215"/>
                    </a:lnTo>
                    <a:cubicBezTo>
                      <a:pt x="1" y="559"/>
                      <a:pt x="570" y="12"/>
                      <a:pt x="1635" y="0"/>
                    </a:cubicBezTo>
                    <a:lnTo>
                      <a:pt x="29373" y="1059"/>
                    </a:lnTo>
                    <a:cubicBezTo>
                      <a:pt x="29834" y="1071"/>
                      <a:pt x="30219" y="1548"/>
                      <a:pt x="30236" y="2124"/>
                    </a:cubicBezTo>
                    <a:lnTo>
                      <a:pt x="30754" y="22496"/>
                    </a:lnTo>
                    <a:cubicBezTo>
                      <a:pt x="30760" y="23071"/>
                      <a:pt x="30403" y="23566"/>
                      <a:pt x="29931" y="236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754981" y="2433963"/>
                <a:ext cx="2362750" cy="1968178"/>
              </a:xfrm>
              <a:custGeom>
                <a:avLst/>
                <a:gdLst/>
                <a:ahLst/>
                <a:cxnLst/>
                <a:rect l="l" t="t" r="r" b="b"/>
                <a:pathLst>
                  <a:path w="30778" h="25639" extrusionOk="0">
                    <a:moveTo>
                      <a:pt x="29954" y="23572"/>
                    </a:moveTo>
                    <a:lnTo>
                      <a:pt x="1479" y="25592"/>
                    </a:lnTo>
                    <a:cubicBezTo>
                      <a:pt x="875" y="25638"/>
                      <a:pt x="380" y="25132"/>
                      <a:pt x="369" y="24470"/>
                    </a:cubicBezTo>
                    <a:lnTo>
                      <a:pt x="6" y="1163"/>
                    </a:lnTo>
                    <a:cubicBezTo>
                      <a:pt x="0" y="513"/>
                      <a:pt x="472" y="1"/>
                      <a:pt x="1071" y="18"/>
                    </a:cubicBezTo>
                    <a:lnTo>
                      <a:pt x="29385" y="1019"/>
                    </a:lnTo>
                    <a:cubicBezTo>
                      <a:pt x="29845" y="1036"/>
                      <a:pt x="30230" y="1520"/>
                      <a:pt x="30248" y="2084"/>
                    </a:cubicBezTo>
                    <a:lnTo>
                      <a:pt x="30766" y="22462"/>
                    </a:lnTo>
                    <a:cubicBezTo>
                      <a:pt x="30777" y="23049"/>
                      <a:pt x="30415" y="23544"/>
                      <a:pt x="29954" y="235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754059" y="2433963"/>
                <a:ext cx="2359219" cy="1751701"/>
              </a:xfrm>
              <a:custGeom>
                <a:avLst/>
                <a:gdLst/>
                <a:ahLst/>
                <a:cxnLst/>
                <a:rect l="l" t="t" r="r" b="b"/>
                <a:pathLst>
                  <a:path w="30732" h="22819" extrusionOk="0">
                    <a:moveTo>
                      <a:pt x="30732" y="21017"/>
                    </a:moveTo>
                    <a:lnTo>
                      <a:pt x="30254" y="2084"/>
                    </a:lnTo>
                    <a:cubicBezTo>
                      <a:pt x="30237" y="1508"/>
                      <a:pt x="29851" y="1036"/>
                      <a:pt x="29391" y="1019"/>
                    </a:cubicBezTo>
                    <a:lnTo>
                      <a:pt x="1077" y="18"/>
                    </a:lnTo>
                    <a:cubicBezTo>
                      <a:pt x="479" y="1"/>
                      <a:pt x="1" y="507"/>
                      <a:pt x="12" y="1163"/>
                    </a:cubicBezTo>
                    <a:lnTo>
                      <a:pt x="346" y="2281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854394" y="2555025"/>
                <a:ext cx="2180274" cy="1505208"/>
              </a:xfrm>
              <a:custGeom>
                <a:avLst/>
                <a:gdLst/>
                <a:ahLst/>
                <a:cxnLst/>
                <a:rect l="l" t="t" r="r" b="b"/>
                <a:pathLst>
                  <a:path w="28401" h="19608" extrusionOk="0">
                    <a:moveTo>
                      <a:pt x="28400" y="18128"/>
                    </a:moveTo>
                    <a:lnTo>
                      <a:pt x="317" y="19607"/>
                    </a:lnTo>
                    <a:lnTo>
                      <a:pt x="0" y="0"/>
                    </a:lnTo>
                    <a:lnTo>
                      <a:pt x="27957" y="806"/>
                    </a:ln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861917" y="2562932"/>
                <a:ext cx="2166072" cy="1488013"/>
              </a:xfrm>
              <a:custGeom>
                <a:avLst/>
                <a:gdLst/>
                <a:ahLst/>
                <a:cxnLst/>
                <a:rect l="l" t="t" r="r" b="b"/>
                <a:pathLst>
                  <a:path w="28216" h="19384" extrusionOk="0">
                    <a:moveTo>
                      <a:pt x="317" y="19383"/>
                    </a:moveTo>
                    <a:lnTo>
                      <a:pt x="0" y="1"/>
                    </a:lnTo>
                    <a:lnTo>
                      <a:pt x="27784" y="795"/>
                    </a:lnTo>
                    <a:lnTo>
                      <a:pt x="28216" y="1792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946285" y="2963656"/>
                <a:ext cx="1165024" cy="956952"/>
              </a:xfrm>
              <a:custGeom>
                <a:avLst/>
                <a:gdLst/>
                <a:ahLst/>
                <a:cxnLst/>
                <a:rect l="l" t="t" r="r" b="b"/>
                <a:pathLst>
                  <a:path w="15176" h="12466" extrusionOk="0">
                    <a:moveTo>
                      <a:pt x="4621" y="6308"/>
                    </a:moveTo>
                    <a:cubicBezTo>
                      <a:pt x="4621" y="6308"/>
                      <a:pt x="6123" y="12466"/>
                      <a:pt x="10647" y="12132"/>
                    </a:cubicBezTo>
                    <a:cubicBezTo>
                      <a:pt x="15176" y="11804"/>
                      <a:pt x="14698" y="478"/>
                      <a:pt x="14698" y="478"/>
                    </a:cubicBezTo>
                    <a:lnTo>
                      <a:pt x="4829" y="1"/>
                    </a:lnTo>
                    <a:cubicBezTo>
                      <a:pt x="4829" y="1"/>
                      <a:pt x="0" y="5853"/>
                      <a:pt x="892" y="7465"/>
                    </a:cubicBezTo>
                    <a:cubicBezTo>
                      <a:pt x="1784" y="9076"/>
                      <a:pt x="4621" y="6308"/>
                      <a:pt x="4621" y="630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3"/>
              <p:cNvSpPr/>
              <p:nvPr/>
            </p:nvSpPr>
            <p:spPr>
              <a:xfrm>
                <a:off x="2297236" y="2111003"/>
                <a:ext cx="1038741" cy="893391"/>
              </a:xfrm>
              <a:custGeom>
                <a:avLst/>
                <a:gdLst/>
                <a:ahLst/>
                <a:cxnLst/>
                <a:rect l="l" t="t" r="r" b="b"/>
                <a:pathLst>
                  <a:path w="13531" h="11638" extrusionOk="0">
                    <a:moveTo>
                      <a:pt x="0" y="7137"/>
                    </a:moveTo>
                    <a:cubicBezTo>
                      <a:pt x="0" y="6055"/>
                      <a:pt x="547" y="5048"/>
                      <a:pt x="1445" y="4467"/>
                    </a:cubicBezTo>
                    <a:cubicBezTo>
                      <a:pt x="3827" y="2936"/>
                      <a:pt x="8834" y="1"/>
                      <a:pt x="10848" y="1042"/>
                    </a:cubicBezTo>
                    <a:cubicBezTo>
                      <a:pt x="13530" y="2435"/>
                      <a:pt x="2855" y="11637"/>
                      <a:pt x="1134" y="10348"/>
                    </a:cubicBezTo>
                    <a:cubicBezTo>
                      <a:pt x="225" y="9669"/>
                      <a:pt x="6" y="8276"/>
                      <a:pt x="0" y="71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1290433" y="2270065"/>
                <a:ext cx="1332914" cy="1718999"/>
              </a:xfrm>
              <a:custGeom>
                <a:avLst/>
                <a:gdLst/>
                <a:ahLst/>
                <a:cxnLst/>
                <a:rect l="l" t="t" r="r" b="b"/>
                <a:pathLst>
                  <a:path w="17363" h="22393" extrusionOk="0">
                    <a:moveTo>
                      <a:pt x="7890" y="21149"/>
                    </a:moveTo>
                    <a:cubicBezTo>
                      <a:pt x="2331" y="22393"/>
                      <a:pt x="0" y="12563"/>
                      <a:pt x="1577" y="5019"/>
                    </a:cubicBezTo>
                    <a:cubicBezTo>
                      <a:pt x="2049" y="2740"/>
                      <a:pt x="4080" y="1"/>
                      <a:pt x="6647" y="127"/>
                    </a:cubicBezTo>
                    <a:lnTo>
                      <a:pt x="15343" y="1140"/>
                    </a:lnTo>
                    <a:cubicBezTo>
                      <a:pt x="17322" y="2348"/>
                      <a:pt x="17363" y="5353"/>
                      <a:pt x="16747" y="8546"/>
                    </a:cubicBezTo>
                    <a:cubicBezTo>
                      <a:pt x="15768" y="13657"/>
                      <a:pt x="12695" y="20068"/>
                      <a:pt x="7890" y="21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1638956" y="2397268"/>
                <a:ext cx="933109" cy="1358510"/>
              </a:xfrm>
              <a:custGeom>
                <a:avLst/>
                <a:gdLst/>
                <a:ahLst/>
                <a:cxnLst/>
                <a:rect l="l" t="t" r="r" b="b"/>
                <a:pathLst>
                  <a:path w="12155" h="17697" extrusionOk="0">
                    <a:moveTo>
                      <a:pt x="10354" y="628"/>
                    </a:moveTo>
                    <a:cubicBezTo>
                      <a:pt x="9358" y="1313"/>
                      <a:pt x="3005" y="2602"/>
                      <a:pt x="156" y="881"/>
                    </a:cubicBezTo>
                    <a:cubicBezTo>
                      <a:pt x="1" y="2199"/>
                      <a:pt x="1261" y="5198"/>
                      <a:pt x="1854" y="8052"/>
                    </a:cubicBezTo>
                    <a:cubicBezTo>
                      <a:pt x="2775" y="12426"/>
                      <a:pt x="4864" y="17697"/>
                      <a:pt x="6630" y="16114"/>
                    </a:cubicBezTo>
                    <a:cubicBezTo>
                      <a:pt x="10072" y="13036"/>
                      <a:pt x="11608" y="7770"/>
                      <a:pt x="11908" y="4616"/>
                    </a:cubicBezTo>
                    <a:cubicBezTo>
                      <a:pt x="12155" y="1923"/>
                      <a:pt x="11263" y="1"/>
                      <a:pt x="10354" y="62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1597121" y="2215241"/>
                <a:ext cx="891876" cy="343381"/>
              </a:xfrm>
              <a:custGeom>
                <a:avLst/>
                <a:gdLst/>
                <a:ahLst/>
                <a:cxnLst/>
                <a:rect l="l" t="t" r="r" b="b"/>
                <a:pathLst>
                  <a:path w="13237" h="4473" extrusionOk="0">
                    <a:moveTo>
                      <a:pt x="13237" y="2539"/>
                    </a:moveTo>
                    <a:cubicBezTo>
                      <a:pt x="13237" y="3609"/>
                      <a:pt x="10676" y="4472"/>
                      <a:pt x="7229" y="4467"/>
                    </a:cubicBezTo>
                    <a:cubicBezTo>
                      <a:pt x="3407" y="4461"/>
                      <a:pt x="1" y="3408"/>
                      <a:pt x="1" y="2124"/>
                    </a:cubicBezTo>
                    <a:cubicBezTo>
                      <a:pt x="1" y="835"/>
                      <a:pt x="3407" y="1"/>
                      <a:pt x="7229" y="231"/>
                    </a:cubicBezTo>
                    <a:cubicBezTo>
                      <a:pt x="10676" y="438"/>
                      <a:pt x="13237" y="1468"/>
                      <a:pt x="13237" y="253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1464925" y="1398911"/>
                <a:ext cx="1239718" cy="1054521"/>
              </a:xfrm>
              <a:custGeom>
                <a:avLst/>
                <a:gdLst/>
                <a:ahLst/>
                <a:cxnLst/>
                <a:rect l="l" t="t" r="r" b="b"/>
                <a:pathLst>
                  <a:path w="16149" h="13737" extrusionOk="0">
                    <a:moveTo>
                      <a:pt x="16148" y="8074"/>
                    </a:moveTo>
                    <a:cubicBezTo>
                      <a:pt x="16148" y="11233"/>
                      <a:pt x="13127" y="13737"/>
                      <a:pt x="8978" y="13656"/>
                    </a:cubicBezTo>
                    <a:cubicBezTo>
                      <a:pt x="4282" y="13570"/>
                      <a:pt x="0" y="10272"/>
                      <a:pt x="0" y="6319"/>
                    </a:cubicBezTo>
                    <a:cubicBezTo>
                      <a:pt x="0" y="2359"/>
                      <a:pt x="4288" y="0"/>
                      <a:pt x="8978" y="927"/>
                    </a:cubicBezTo>
                    <a:cubicBezTo>
                      <a:pt x="13121" y="1755"/>
                      <a:pt x="16148" y="4915"/>
                      <a:pt x="16148" y="80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1566948" y="1676347"/>
                <a:ext cx="1070523" cy="622487"/>
              </a:xfrm>
              <a:custGeom>
                <a:avLst/>
                <a:gdLst/>
                <a:ahLst/>
                <a:cxnLst/>
                <a:rect l="l" t="t" r="r" b="b"/>
                <a:pathLst>
                  <a:path w="13945" h="8109" extrusionOk="0">
                    <a:moveTo>
                      <a:pt x="12241" y="1634"/>
                    </a:moveTo>
                    <a:lnTo>
                      <a:pt x="2372" y="184"/>
                    </a:lnTo>
                    <a:cubicBezTo>
                      <a:pt x="1083" y="0"/>
                      <a:pt x="1" y="875"/>
                      <a:pt x="1" y="2158"/>
                    </a:cubicBezTo>
                    <a:lnTo>
                      <a:pt x="1" y="3205"/>
                    </a:lnTo>
                    <a:cubicBezTo>
                      <a:pt x="1" y="4489"/>
                      <a:pt x="1083" y="5611"/>
                      <a:pt x="2372" y="5703"/>
                    </a:cubicBezTo>
                    <a:lnTo>
                      <a:pt x="2832" y="5738"/>
                    </a:lnTo>
                    <a:cubicBezTo>
                      <a:pt x="3644" y="5795"/>
                      <a:pt x="4392" y="6209"/>
                      <a:pt x="4875" y="6825"/>
                    </a:cubicBezTo>
                    <a:cubicBezTo>
                      <a:pt x="5405" y="7510"/>
                      <a:pt x="6463" y="8005"/>
                      <a:pt x="7643" y="8057"/>
                    </a:cubicBezTo>
                    <a:cubicBezTo>
                      <a:pt x="8788" y="8109"/>
                      <a:pt x="9744" y="7740"/>
                      <a:pt x="10210" y="7159"/>
                    </a:cubicBezTo>
                    <a:cubicBezTo>
                      <a:pt x="10618" y="6641"/>
                      <a:pt x="11240" y="6365"/>
                      <a:pt x="11879" y="6417"/>
                    </a:cubicBezTo>
                    <a:lnTo>
                      <a:pt x="12230" y="6445"/>
                    </a:lnTo>
                    <a:cubicBezTo>
                      <a:pt x="13179" y="6514"/>
                      <a:pt x="13927" y="5720"/>
                      <a:pt x="13927" y="4661"/>
                    </a:cubicBezTo>
                    <a:lnTo>
                      <a:pt x="13927" y="3798"/>
                    </a:lnTo>
                    <a:cubicBezTo>
                      <a:pt x="13945" y="2739"/>
                      <a:pt x="13191" y="1767"/>
                      <a:pt x="12241" y="1634"/>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1659760" y="1744209"/>
                <a:ext cx="912305" cy="381906"/>
              </a:xfrm>
              <a:custGeom>
                <a:avLst/>
                <a:gdLst/>
                <a:ahLst/>
                <a:cxnLst/>
                <a:rect l="l" t="t" r="r" b="b"/>
                <a:pathLst>
                  <a:path w="11884" h="4975" extrusionOk="0">
                    <a:moveTo>
                      <a:pt x="1663" y="1"/>
                    </a:moveTo>
                    <a:cubicBezTo>
                      <a:pt x="732" y="1"/>
                      <a:pt x="0" y="655"/>
                      <a:pt x="0" y="1568"/>
                    </a:cubicBezTo>
                    <a:lnTo>
                      <a:pt x="0" y="2298"/>
                    </a:lnTo>
                    <a:cubicBezTo>
                      <a:pt x="0" y="3300"/>
                      <a:pt x="881" y="4186"/>
                      <a:pt x="1940" y="4272"/>
                    </a:cubicBezTo>
                    <a:lnTo>
                      <a:pt x="10428" y="4969"/>
                    </a:lnTo>
                    <a:cubicBezTo>
                      <a:pt x="10471" y="4973"/>
                      <a:pt x="10514" y="4975"/>
                      <a:pt x="10557" y="4975"/>
                    </a:cubicBezTo>
                    <a:cubicBezTo>
                      <a:pt x="11306" y="4975"/>
                      <a:pt x="11884" y="4359"/>
                      <a:pt x="11878" y="3553"/>
                    </a:cubicBezTo>
                    <a:lnTo>
                      <a:pt x="11878" y="2931"/>
                    </a:lnTo>
                    <a:cubicBezTo>
                      <a:pt x="11878" y="2091"/>
                      <a:pt x="11239" y="1314"/>
                      <a:pt x="10428" y="1199"/>
                    </a:cubicBezTo>
                    <a:lnTo>
                      <a:pt x="1940" y="20"/>
                    </a:lnTo>
                    <a:cubicBezTo>
                      <a:pt x="1846" y="7"/>
                      <a:pt x="1753" y="1"/>
                      <a:pt x="1663"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1869181" y="1868649"/>
                <a:ext cx="542977" cy="150920"/>
              </a:xfrm>
              <a:custGeom>
                <a:avLst/>
                <a:gdLst/>
                <a:ahLst/>
                <a:cxnLst/>
                <a:rect l="l" t="t" r="r" b="b"/>
                <a:pathLst>
                  <a:path w="7073" h="1966" extrusionOk="0">
                    <a:moveTo>
                      <a:pt x="816" y="1"/>
                    </a:moveTo>
                    <a:cubicBezTo>
                      <a:pt x="355" y="1"/>
                      <a:pt x="0" y="251"/>
                      <a:pt x="0" y="608"/>
                    </a:cubicBezTo>
                    <a:cubicBezTo>
                      <a:pt x="0" y="1005"/>
                      <a:pt x="437" y="1368"/>
                      <a:pt x="973" y="1420"/>
                    </a:cubicBezTo>
                    <a:cubicBezTo>
                      <a:pt x="1020" y="1425"/>
                      <a:pt x="1067" y="1428"/>
                      <a:pt x="1112" y="1428"/>
                    </a:cubicBezTo>
                    <a:cubicBezTo>
                      <a:pt x="1570" y="1428"/>
                      <a:pt x="1922" y="1173"/>
                      <a:pt x="1922" y="827"/>
                    </a:cubicBezTo>
                    <a:cubicBezTo>
                      <a:pt x="1922" y="442"/>
                      <a:pt x="1502" y="85"/>
                      <a:pt x="973" y="10"/>
                    </a:cubicBezTo>
                    <a:cubicBezTo>
                      <a:pt x="919" y="4"/>
                      <a:pt x="867" y="1"/>
                      <a:pt x="816" y="1"/>
                    </a:cubicBezTo>
                    <a:close/>
                    <a:moveTo>
                      <a:pt x="6129" y="642"/>
                    </a:moveTo>
                    <a:cubicBezTo>
                      <a:pt x="5726" y="642"/>
                      <a:pt x="5415" y="877"/>
                      <a:pt x="5415" y="1213"/>
                    </a:cubicBezTo>
                    <a:cubicBezTo>
                      <a:pt x="5415" y="1581"/>
                      <a:pt x="5789" y="1909"/>
                      <a:pt x="6250" y="1961"/>
                    </a:cubicBezTo>
                    <a:cubicBezTo>
                      <a:pt x="6282" y="1964"/>
                      <a:pt x="6314" y="1965"/>
                      <a:pt x="6346" y="1965"/>
                    </a:cubicBezTo>
                    <a:cubicBezTo>
                      <a:pt x="6755" y="1965"/>
                      <a:pt x="7073" y="1728"/>
                      <a:pt x="7073" y="1403"/>
                    </a:cubicBezTo>
                    <a:cubicBezTo>
                      <a:pt x="7067" y="1040"/>
                      <a:pt x="6704" y="712"/>
                      <a:pt x="6250" y="649"/>
                    </a:cubicBezTo>
                    <a:cubicBezTo>
                      <a:pt x="6209" y="644"/>
                      <a:pt x="6169" y="642"/>
                      <a:pt x="6129" y="6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1638572" y="1464239"/>
                <a:ext cx="1018781" cy="568215"/>
              </a:xfrm>
              <a:custGeom>
                <a:avLst/>
                <a:gdLst/>
                <a:ahLst/>
                <a:cxnLst/>
                <a:rect l="l" t="t" r="r" b="b"/>
                <a:pathLst>
                  <a:path w="13271" h="7402" extrusionOk="0">
                    <a:moveTo>
                      <a:pt x="6768" y="524"/>
                    </a:moveTo>
                    <a:cubicBezTo>
                      <a:pt x="4028" y="1"/>
                      <a:pt x="1456" y="732"/>
                      <a:pt x="0" y="2337"/>
                    </a:cubicBezTo>
                    <a:cubicBezTo>
                      <a:pt x="414" y="3655"/>
                      <a:pt x="2503" y="5497"/>
                      <a:pt x="5812" y="6486"/>
                    </a:cubicBezTo>
                    <a:cubicBezTo>
                      <a:pt x="8839" y="7401"/>
                      <a:pt x="10934" y="7355"/>
                      <a:pt x="13271" y="6964"/>
                    </a:cubicBezTo>
                    <a:cubicBezTo>
                      <a:pt x="13271" y="4092"/>
                      <a:pt x="10514" y="1244"/>
                      <a:pt x="6768" y="524"/>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1435753" y="1242075"/>
                <a:ext cx="1302054" cy="651197"/>
              </a:xfrm>
              <a:custGeom>
                <a:avLst/>
                <a:gdLst/>
                <a:ahLst/>
                <a:cxnLst/>
                <a:rect l="l" t="t" r="r" b="b"/>
                <a:pathLst>
                  <a:path w="16961" h="8483" extrusionOk="0">
                    <a:moveTo>
                      <a:pt x="16960" y="8483"/>
                    </a:moveTo>
                    <a:lnTo>
                      <a:pt x="16442" y="8414"/>
                    </a:lnTo>
                    <a:cubicBezTo>
                      <a:pt x="16442" y="5594"/>
                      <a:pt x="13501" y="2659"/>
                      <a:pt x="9496" y="1778"/>
                    </a:cubicBezTo>
                    <a:cubicBezTo>
                      <a:pt x="4961" y="788"/>
                      <a:pt x="818" y="2745"/>
                      <a:pt x="818" y="6267"/>
                    </a:cubicBezTo>
                    <a:lnTo>
                      <a:pt x="1" y="6152"/>
                    </a:lnTo>
                    <a:cubicBezTo>
                      <a:pt x="1" y="2187"/>
                      <a:pt x="4558" y="0"/>
                      <a:pt x="9496" y="1122"/>
                    </a:cubicBezTo>
                    <a:cubicBezTo>
                      <a:pt x="13818" y="2118"/>
                      <a:pt x="16960" y="5369"/>
                      <a:pt x="16960" y="84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2731048" y="1636121"/>
                <a:ext cx="31014" cy="285412"/>
              </a:xfrm>
              <a:custGeom>
                <a:avLst/>
                <a:gdLst/>
                <a:ahLst/>
                <a:cxnLst/>
                <a:rect l="l" t="t" r="r" b="b"/>
                <a:pathLst>
                  <a:path w="404" h="3718" extrusionOk="0">
                    <a:moveTo>
                      <a:pt x="202" y="3701"/>
                    </a:moveTo>
                    <a:lnTo>
                      <a:pt x="202" y="3701"/>
                    </a:lnTo>
                    <a:cubicBezTo>
                      <a:pt x="99" y="3689"/>
                      <a:pt x="1" y="3580"/>
                      <a:pt x="1" y="3453"/>
                    </a:cubicBezTo>
                    <a:lnTo>
                      <a:pt x="1" y="208"/>
                    </a:lnTo>
                    <a:cubicBezTo>
                      <a:pt x="1" y="87"/>
                      <a:pt x="87" y="0"/>
                      <a:pt x="202" y="18"/>
                    </a:cubicBezTo>
                    <a:lnTo>
                      <a:pt x="202" y="18"/>
                    </a:lnTo>
                    <a:cubicBezTo>
                      <a:pt x="311" y="41"/>
                      <a:pt x="404" y="156"/>
                      <a:pt x="404" y="277"/>
                    </a:cubicBezTo>
                    <a:lnTo>
                      <a:pt x="404" y="3511"/>
                    </a:lnTo>
                    <a:cubicBezTo>
                      <a:pt x="404" y="3626"/>
                      <a:pt x="311" y="3718"/>
                      <a:pt x="202" y="37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2356884" y="2088971"/>
                <a:ext cx="391898" cy="288483"/>
              </a:xfrm>
              <a:custGeom>
                <a:avLst/>
                <a:gdLst/>
                <a:ahLst/>
                <a:cxnLst/>
                <a:rect l="l" t="t" r="r" b="b"/>
                <a:pathLst>
                  <a:path w="5105" h="3758" extrusionOk="0">
                    <a:moveTo>
                      <a:pt x="259" y="3758"/>
                    </a:moveTo>
                    <a:cubicBezTo>
                      <a:pt x="127" y="3752"/>
                      <a:pt x="12" y="3643"/>
                      <a:pt x="6" y="3499"/>
                    </a:cubicBezTo>
                    <a:cubicBezTo>
                      <a:pt x="0" y="3355"/>
                      <a:pt x="110" y="3234"/>
                      <a:pt x="242" y="3234"/>
                    </a:cubicBezTo>
                    <a:cubicBezTo>
                      <a:pt x="4155" y="3177"/>
                      <a:pt x="4633" y="328"/>
                      <a:pt x="4656" y="207"/>
                    </a:cubicBezTo>
                    <a:cubicBezTo>
                      <a:pt x="4673" y="75"/>
                      <a:pt x="4783" y="0"/>
                      <a:pt x="4903" y="29"/>
                    </a:cubicBezTo>
                    <a:cubicBezTo>
                      <a:pt x="5019" y="63"/>
                      <a:pt x="5105" y="190"/>
                      <a:pt x="5088" y="322"/>
                    </a:cubicBezTo>
                    <a:cubicBezTo>
                      <a:pt x="5076" y="357"/>
                      <a:pt x="4547" y="3660"/>
                      <a:pt x="271" y="3752"/>
                    </a:cubicBezTo>
                    <a:cubicBezTo>
                      <a:pt x="265" y="3758"/>
                      <a:pt x="265" y="3758"/>
                      <a:pt x="259" y="37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2671016" y="1833566"/>
                <a:ext cx="141406" cy="306676"/>
              </a:xfrm>
              <a:custGeom>
                <a:avLst/>
                <a:gdLst/>
                <a:ahLst/>
                <a:cxnLst/>
                <a:rect l="l" t="t" r="r" b="b"/>
                <a:pathLst>
                  <a:path w="1842" h="3995" extrusionOk="0">
                    <a:moveTo>
                      <a:pt x="1209" y="3972"/>
                    </a:moveTo>
                    <a:lnTo>
                      <a:pt x="345" y="3903"/>
                    </a:lnTo>
                    <a:cubicBezTo>
                      <a:pt x="161" y="3885"/>
                      <a:pt x="259" y="3822"/>
                      <a:pt x="259" y="3621"/>
                    </a:cubicBezTo>
                    <a:cubicBezTo>
                      <a:pt x="259" y="3621"/>
                      <a:pt x="691" y="1837"/>
                      <a:pt x="0" y="306"/>
                    </a:cubicBezTo>
                    <a:cubicBezTo>
                      <a:pt x="0" y="133"/>
                      <a:pt x="52" y="35"/>
                      <a:pt x="150" y="1"/>
                    </a:cubicBezTo>
                    <a:lnTo>
                      <a:pt x="1209" y="81"/>
                    </a:lnTo>
                    <a:cubicBezTo>
                      <a:pt x="1387" y="110"/>
                      <a:pt x="1491" y="294"/>
                      <a:pt x="1531" y="490"/>
                    </a:cubicBezTo>
                    <a:cubicBezTo>
                      <a:pt x="1813" y="1693"/>
                      <a:pt x="1842" y="2809"/>
                      <a:pt x="1531" y="3644"/>
                    </a:cubicBezTo>
                    <a:cubicBezTo>
                      <a:pt x="1462" y="3828"/>
                      <a:pt x="1387" y="3995"/>
                      <a:pt x="1209" y="39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2282650" y="2306759"/>
                <a:ext cx="140561" cy="98566"/>
              </a:xfrm>
              <a:custGeom>
                <a:avLst/>
                <a:gdLst/>
                <a:ahLst/>
                <a:cxnLst/>
                <a:rect l="l" t="t" r="r" b="b"/>
                <a:pathLst>
                  <a:path w="1831" h="1284" extrusionOk="0">
                    <a:moveTo>
                      <a:pt x="1" y="616"/>
                    </a:moveTo>
                    <a:lnTo>
                      <a:pt x="1" y="616"/>
                    </a:lnTo>
                    <a:cubicBezTo>
                      <a:pt x="1" y="271"/>
                      <a:pt x="277" y="0"/>
                      <a:pt x="605" y="23"/>
                    </a:cubicBezTo>
                    <a:lnTo>
                      <a:pt x="1249" y="52"/>
                    </a:lnTo>
                    <a:cubicBezTo>
                      <a:pt x="1572" y="69"/>
                      <a:pt x="1831" y="345"/>
                      <a:pt x="1831" y="685"/>
                    </a:cubicBezTo>
                    <a:lnTo>
                      <a:pt x="1831" y="685"/>
                    </a:lnTo>
                    <a:cubicBezTo>
                      <a:pt x="1831" y="1019"/>
                      <a:pt x="1572" y="1283"/>
                      <a:pt x="1249" y="1278"/>
                    </a:cubicBezTo>
                    <a:lnTo>
                      <a:pt x="605" y="1260"/>
                    </a:lnTo>
                    <a:cubicBezTo>
                      <a:pt x="271" y="1249"/>
                      <a:pt x="1" y="961"/>
                      <a:pt x="1" y="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327972" y="1655083"/>
                <a:ext cx="269147" cy="433953"/>
              </a:xfrm>
              <a:custGeom>
                <a:avLst/>
                <a:gdLst/>
                <a:ahLst/>
                <a:cxnLst/>
                <a:rect l="l" t="t" r="r" b="b"/>
                <a:pathLst>
                  <a:path w="3506" h="5653" extrusionOk="0">
                    <a:moveTo>
                      <a:pt x="3355" y="3080"/>
                    </a:moveTo>
                    <a:cubicBezTo>
                      <a:pt x="3212" y="4570"/>
                      <a:pt x="2492" y="5652"/>
                      <a:pt x="1733" y="5635"/>
                    </a:cubicBezTo>
                    <a:cubicBezTo>
                      <a:pt x="1232" y="5629"/>
                      <a:pt x="426" y="5635"/>
                      <a:pt x="426" y="5635"/>
                    </a:cubicBezTo>
                    <a:cubicBezTo>
                      <a:pt x="0" y="5169"/>
                      <a:pt x="541" y="3903"/>
                      <a:pt x="651" y="2815"/>
                    </a:cubicBezTo>
                    <a:cubicBezTo>
                      <a:pt x="754" y="1739"/>
                      <a:pt x="162" y="335"/>
                      <a:pt x="979" y="1"/>
                    </a:cubicBezTo>
                    <a:cubicBezTo>
                      <a:pt x="979" y="1"/>
                      <a:pt x="1876" y="139"/>
                      <a:pt x="2268" y="260"/>
                    </a:cubicBezTo>
                    <a:cubicBezTo>
                      <a:pt x="2987" y="473"/>
                      <a:pt x="3505" y="1595"/>
                      <a:pt x="3355" y="30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266558" y="1649786"/>
                <a:ext cx="231147" cy="443625"/>
              </a:xfrm>
              <a:custGeom>
                <a:avLst/>
                <a:gdLst/>
                <a:ahLst/>
                <a:cxnLst/>
                <a:rect l="l" t="t" r="r" b="b"/>
                <a:pathLst>
                  <a:path w="3011" h="5779" extrusionOk="0">
                    <a:moveTo>
                      <a:pt x="2861" y="3022"/>
                    </a:moveTo>
                    <a:cubicBezTo>
                      <a:pt x="2705" y="4576"/>
                      <a:pt x="1974" y="5779"/>
                      <a:pt x="1232" y="5704"/>
                    </a:cubicBezTo>
                    <a:cubicBezTo>
                      <a:pt x="484" y="5635"/>
                      <a:pt x="0" y="4311"/>
                      <a:pt x="162" y="2757"/>
                    </a:cubicBezTo>
                    <a:cubicBezTo>
                      <a:pt x="311" y="1204"/>
                      <a:pt x="1048" y="1"/>
                      <a:pt x="1784" y="70"/>
                    </a:cubicBezTo>
                    <a:cubicBezTo>
                      <a:pt x="2527" y="145"/>
                      <a:pt x="3010" y="1462"/>
                      <a:pt x="2861" y="30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936535" y="2478564"/>
                <a:ext cx="957444" cy="1122611"/>
              </a:xfrm>
              <a:custGeom>
                <a:avLst/>
                <a:gdLst/>
                <a:ahLst/>
                <a:cxnLst/>
                <a:rect l="l" t="t" r="r" b="b"/>
                <a:pathLst>
                  <a:path w="12472" h="14624" extrusionOk="0">
                    <a:moveTo>
                      <a:pt x="7908" y="47"/>
                    </a:moveTo>
                    <a:cubicBezTo>
                      <a:pt x="6774" y="1"/>
                      <a:pt x="5698" y="565"/>
                      <a:pt x="5042" y="1520"/>
                    </a:cubicBezTo>
                    <a:cubicBezTo>
                      <a:pt x="3321" y="4052"/>
                      <a:pt x="1" y="9404"/>
                      <a:pt x="990" y="11643"/>
                    </a:cubicBezTo>
                    <a:cubicBezTo>
                      <a:pt x="2314" y="14624"/>
                      <a:pt x="12471" y="3333"/>
                      <a:pt x="11211" y="1405"/>
                    </a:cubicBezTo>
                    <a:cubicBezTo>
                      <a:pt x="10543" y="381"/>
                      <a:pt x="9105" y="93"/>
                      <a:pt x="7908" y="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2974297" y="4595200"/>
                <a:ext cx="715241" cy="165725"/>
              </a:xfrm>
              <a:custGeom>
                <a:avLst/>
                <a:gdLst/>
                <a:ahLst/>
                <a:cxnLst/>
                <a:rect l="l" t="t" r="r" b="b"/>
                <a:pathLst>
                  <a:path w="18704" h="2159" extrusionOk="0">
                    <a:moveTo>
                      <a:pt x="18704" y="1082"/>
                    </a:moveTo>
                    <a:cubicBezTo>
                      <a:pt x="18704" y="1675"/>
                      <a:pt x="14520" y="2158"/>
                      <a:pt x="9352" y="2158"/>
                    </a:cubicBezTo>
                    <a:cubicBezTo>
                      <a:pt x="4190" y="2158"/>
                      <a:pt x="1" y="1675"/>
                      <a:pt x="1" y="1082"/>
                    </a:cubicBezTo>
                    <a:cubicBezTo>
                      <a:pt x="1" y="484"/>
                      <a:pt x="4190" y="0"/>
                      <a:pt x="9352" y="0"/>
                    </a:cubicBezTo>
                    <a:cubicBezTo>
                      <a:pt x="14520" y="0"/>
                      <a:pt x="18704" y="484"/>
                      <a:pt x="18704" y="1082"/>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3386257" y="3189429"/>
                <a:ext cx="41992" cy="47364"/>
              </a:xfrm>
              <a:custGeom>
                <a:avLst/>
                <a:gdLst/>
                <a:ahLst/>
                <a:cxnLst/>
                <a:rect l="l" t="t" r="r" b="b"/>
                <a:pathLst>
                  <a:path w="547" h="617" extrusionOk="0">
                    <a:moveTo>
                      <a:pt x="0" y="311"/>
                    </a:moveTo>
                    <a:cubicBezTo>
                      <a:pt x="0" y="484"/>
                      <a:pt x="121" y="616"/>
                      <a:pt x="271" y="616"/>
                    </a:cubicBezTo>
                    <a:cubicBezTo>
                      <a:pt x="426" y="616"/>
                      <a:pt x="547" y="484"/>
                      <a:pt x="547" y="311"/>
                    </a:cubicBezTo>
                    <a:cubicBezTo>
                      <a:pt x="547" y="138"/>
                      <a:pt x="426" y="0"/>
                      <a:pt x="271" y="0"/>
                    </a:cubicBezTo>
                    <a:cubicBezTo>
                      <a:pt x="121" y="0"/>
                      <a:pt x="0" y="138"/>
                      <a:pt x="0" y="31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3298282" y="3187203"/>
                <a:ext cx="108780" cy="291170"/>
              </a:xfrm>
              <a:custGeom>
                <a:avLst/>
                <a:gdLst/>
                <a:ahLst/>
                <a:cxnLst/>
                <a:rect l="l" t="t" r="r" b="b"/>
                <a:pathLst>
                  <a:path w="1417" h="3793" extrusionOk="0">
                    <a:moveTo>
                      <a:pt x="1" y="1951"/>
                    </a:moveTo>
                    <a:cubicBezTo>
                      <a:pt x="1" y="1951"/>
                      <a:pt x="122" y="3684"/>
                      <a:pt x="496" y="3718"/>
                    </a:cubicBezTo>
                    <a:cubicBezTo>
                      <a:pt x="1215" y="3793"/>
                      <a:pt x="1417" y="1951"/>
                      <a:pt x="1417" y="1951"/>
                    </a:cubicBezTo>
                    <a:lnTo>
                      <a:pt x="1417" y="1"/>
                    </a:lnTo>
                    <a:lnTo>
                      <a:pt x="1" y="1"/>
                    </a:lnTo>
                    <a:lnTo>
                      <a:pt x="1" y="1951"/>
                    </a:ln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3298282" y="3185897"/>
                <a:ext cx="109701" cy="129963"/>
              </a:xfrm>
              <a:custGeom>
                <a:avLst/>
                <a:gdLst/>
                <a:ahLst/>
                <a:cxnLst/>
                <a:rect l="l" t="t" r="r" b="b"/>
                <a:pathLst>
                  <a:path w="1429" h="1693" extrusionOk="0">
                    <a:moveTo>
                      <a:pt x="398" y="1692"/>
                    </a:moveTo>
                    <a:lnTo>
                      <a:pt x="398" y="1692"/>
                    </a:lnTo>
                    <a:cubicBezTo>
                      <a:pt x="254" y="1692"/>
                      <a:pt x="122" y="1663"/>
                      <a:pt x="1" y="1606"/>
                    </a:cubicBezTo>
                    <a:lnTo>
                      <a:pt x="1" y="0"/>
                    </a:lnTo>
                    <a:lnTo>
                      <a:pt x="1417" y="0"/>
                    </a:lnTo>
                    <a:lnTo>
                      <a:pt x="1417" y="645"/>
                    </a:lnTo>
                    <a:cubicBezTo>
                      <a:pt x="1428" y="1226"/>
                      <a:pt x="956" y="1692"/>
                      <a:pt x="398" y="1692"/>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3254140" y="3084258"/>
                <a:ext cx="153842" cy="216554"/>
              </a:xfrm>
              <a:custGeom>
                <a:avLst/>
                <a:gdLst/>
                <a:ahLst/>
                <a:cxnLst/>
                <a:rect l="l" t="t" r="r" b="b"/>
                <a:pathLst>
                  <a:path w="2004" h="2821" extrusionOk="0">
                    <a:moveTo>
                      <a:pt x="973" y="2821"/>
                    </a:moveTo>
                    <a:lnTo>
                      <a:pt x="973" y="2821"/>
                    </a:lnTo>
                    <a:cubicBezTo>
                      <a:pt x="1531" y="2821"/>
                      <a:pt x="2003" y="2349"/>
                      <a:pt x="2003" y="1779"/>
                    </a:cubicBezTo>
                    <a:lnTo>
                      <a:pt x="2003" y="944"/>
                    </a:lnTo>
                    <a:cubicBezTo>
                      <a:pt x="2003" y="403"/>
                      <a:pt x="1560" y="1"/>
                      <a:pt x="1031" y="29"/>
                    </a:cubicBezTo>
                    <a:lnTo>
                      <a:pt x="1031" y="29"/>
                    </a:lnTo>
                    <a:cubicBezTo>
                      <a:pt x="513" y="58"/>
                      <a:pt x="81" y="490"/>
                      <a:pt x="58" y="1008"/>
                    </a:cubicBezTo>
                    <a:lnTo>
                      <a:pt x="23" y="1813"/>
                    </a:lnTo>
                    <a:cubicBezTo>
                      <a:pt x="0" y="2372"/>
                      <a:pt x="421" y="2821"/>
                      <a:pt x="973" y="282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3247538" y="3022844"/>
                <a:ext cx="193531" cy="195367"/>
              </a:xfrm>
              <a:custGeom>
                <a:avLst/>
                <a:gdLst/>
                <a:ahLst/>
                <a:cxnLst/>
                <a:rect l="l" t="t" r="r" b="b"/>
                <a:pathLst>
                  <a:path w="2521" h="2545" extrusionOk="0">
                    <a:moveTo>
                      <a:pt x="1473" y="1405"/>
                    </a:moveTo>
                    <a:cubicBezTo>
                      <a:pt x="1560" y="1319"/>
                      <a:pt x="1801" y="1911"/>
                      <a:pt x="1893" y="2055"/>
                    </a:cubicBezTo>
                    <a:cubicBezTo>
                      <a:pt x="1986" y="2199"/>
                      <a:pt x="1957" y="2544"/>
                      <a:pt x="1957" y="2544"/>
                    </a:cubicBezTo>
                    <a:lnTo>
                      <a:pt x="2089" y="2544"/>
                    </a:lnTo>
                    <a:lnTo>
                      <a:pt x="2089" y="2170"/>
                    </a:lnTo>
                    <a:cubicBezTo>
                      <a:pt x="2089" y="2170"/>
                      <a:pt x="2181" y="2147"/>
                      <a:pt x="2250" y="2228"/>
                    </a:cubicBezTo>
                    <a:cubicBezTo>
                      <a:pt x="2250" y="2228"/>
                      <a:pt x="2521" y="1652"/>
                      <a:pt x="2452" y="1336"/>
                    </a:cubicBezTo>
                    <a:cubicBezTo>
                      <a:pt x="2377" y="904"/>
                      <a:pt x="2262" y="893"/>
                      <a:pt x="2106" y="617"/>
                    </a:cubicBezTo>
                    <a:cubicBezTo>
                      <a:pt x="1784" y="24"/>
                      <a:pt x="6" y="1"/>
                      <a:pt x="6" y="1687"/>
                    </a:cubicBezTo>
                    <a:cubicBezTo>
                      <a:pt x="0" y="1693"/>
                      <a:pt x="1042" y="1854"/>
                      <a:pt x="1473"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2855641" y="3298515"/>
                <a:ext cx="353054" cy="306216"/>
              </a:xfrm>
              <a:custGeom>
                <a:avLst/>
                <a:gdLst/>
                <a:ahLst/>
                <a:cxnLst/>
                <a:rect l="l" t="t" r="r" b="b"/>
                <a:pathLst>
                  <a:path w="4599" h="3989" extrusionOk="0">
                    <a:moveTo>
                      <a:pt x="449" y="329"/>
                    </a:moveTo>
                    <a:cubicBezTo>
                      <a:pt x="996" y="709"/>
                      <a:pt x="1399" y="588"/>
                      <a:pt x="1399" y="588"/>
                    </a:cubicBezTo>
                    <a:cubicBezTo>
                      <a:pt x="1399" y="588"/>
                      <a:pt x="1341" y="444"/>
                      <a:pt x="1313" y="231"/>
                    </a:cubicBezTo>
                    <a:cubicBezTo>
                      <a:pt x="1284" y="1"/>
                      <a:pt x="1577" y="133"/>
                      <a:pt x="1641" y="519"/>
                    </a:cubicBezTo>
                    <a:cubicBezTo>
                      <a:pt x="1681" y="789"/>
                      <a:pt x="2492" y="2360"/>
                      <a:pt x="3125" y="2763"/>
                    </a:cubicBezTo>
                    <a:lnTo>
                      <a:pt x="3586" y="2130"/>
                    </a:lnTo>
                    <a:lnTo>
                      <a:pt x="4599" y="2636"/>
                    </a:lnTo>
                    <a:cubicBezTo>
                      <a:pt x="4599" y="2636"/>
                      <a:pt x="3730" y="3989"/>
                      <a:pt x="3223" y="3960"/>
                    </a:cubicBezTo>
                    <a:cubicBezTo>
                      <a:pt x="2458" y="3914"/>
                      <a:pt x="1324" y="1439"/>
                      <a:pt x="1324" y="1439"/>
                    </a:cubicBezTo>
                    <a:cubicBezTo>
                      <a:pt x="939" y="916"/>
                      <a:pt x="214" y="916"/>
                      <a:pt x="104" y="801"/>
                    </a:cubicBezTo>
                    <a:cubicBezTo>
                      <a:pt x="1" y="674"/>
                      <a:pt x="208" y="156"/>
                      <a:pt x="449" y="329"/>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3091087" y="3331678"/>
                <a:ext cx="532459" cy="433876"/>
              </a:xfrm>
              <a:custGeom>
                <a:avLst/>
                <a:gdLst/>
                <a:ahLst/>
                <a:cxnLst/>
                <a:rect l="l" t="t" r="r" b="b"/>
                <a:pathLst>
                  <a:path w="6936" h="5652" extrusionOk="0">
                    <a:moveTo>
                      <a:pt x="6935" y="2492"/>
                    </a:moveTo>
                    <a:lnTo>
                      <a:pt x="5756" y="472"/>
                    </a:lnTo>
                    <a:cubicBezTo>
                      <a:pt x="5727" y="415"/>
                      <a:pt x="5687" y="357"/>
                      <a:pt x="5641" y="305"/>
                    </a:cubicBezTo>
                    <a:cubicBezTo>
                      <a:pt x="5635" y="300"/>
                      <a:pt x="5629" y="288"/>
                      <a:pt x="5629" y="282"/>
                    </a:cubicBezTo>
                    <a:lnTo>
                      <a:pt x="5595" y="248"/>
                    </a:lnTo>
                    <a:lnTo>
                      <a:pt x="5554" y="213"/>
                    </a:lnTo>
                    <a:lnTo>
                      <a:pt x="5543" y="196"/>
                    </a:lnTo>
                    <a:cubicBezTo>
                      <a:pt x="5428" y="104"/>
                      <a:pt x="5249" y="0"/>
                      <a:pt x="4996" y="0"/>
                    </a:cubicBezTo>
                    <a:lnTo>
                      <a:pt x="4087" y="0"/>
                    </a:lnTo>
                    <a:cubicBezTo>
                      <a:pt x="4087" y="0"/>
                      <a:pt x="3972" y="950"/>
                      <a:pt x="3091" y="731"/>
                    </a:cubicBezTo>
                    <a:cubicBezTo>
                      <a:pt x="2671" y="622"/>
                      <a:pt x="2706" y="0"/>
                      <a:pt x="2706" y="0"/>
                    </a:cubicBezTo>
                    <a:lnTo>
                      <a:pt x="2096" y="0"/>
                    </a:lnTo>
                    <a:cubicBezTo>
                      <a:pt x="1796" y="0"/>
                      <a:pt x="1526" y="161"/>
                      <a:pt x="1371" y="392"/>
                    </a:cubicBezTo>
                    <a:lnTo>
                      <a:pt x="53" y="1899"/>
                    </a:lnTo>
                    <a:cubicBezTo>
                      <a:pt x="1" y="2009"/>
                      <a:pt x="904" y="3189"/>
                      <a:pt x="1140" y="2930"/>
                    </a:cubicBezTo>
                    <a:lnTo>
                      <a:pt x="1227" y="2814"/>
                    </a:lnTo>
                    <a:lnTo>
                      <a:pt x="1227" y="5652"/>
                    </a:lnTo>
                    <a:lnTo>
                      <a:pt x="5859" y="5652"/>
                    </a:lnTo>
                    <a:lnTo>
                      <a:pt x="5859" y="3096"/>
                    </a:lnTo>
                    <a:lnTo>
                      <a:pt x="5859" y="3327"/>
                    </a:lnTo>
                    <a:cubicBezTo>
                      <a:pt x="6182" y="3235"/>
                      <a:pt x="6792" y="2907"/>
                      <a:pt x="6935" y="249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3170618" y="3763724"/>
                <a:ext cx="221014" cy="831518"/>
              </a:xfrm>
              <a:custGeom>
                <a:avLst/>
                <a:gdLst/>
                <a:ahLst/>
                <a:cxnLst/>
                <a:rect l="l" t="t" r="r" b="b"/>
                <a:pathLst>
                  <a:path w="2879" h="10832" extrusionOk="0">
                    <a:moveTo>
                      <a:pt x="1" y="10831"/>
                    </a:moveTo>
                    <a:lnTo>
                      <a:pt x="1324" y="10831"/>
                    </a:lnTo>
                    <a:lnTo>
                      <a:pt x="2878" y="1"/>
                    </a:lnTo>
                    <a:lnTo>
                      <a:pt x="2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3236484" y="3763724"/>
                <a:ext cx="155147" cy="831518"/>
              </a:xfrm>
              <a:custGeom>
                <a:avLst/>
                <a:gdLst/>
                <a:ahLst/>
                <a:cxnLst/>
                <a:rect l="l" t="t" r="r" b="b"/>
                <a:pathLst>
                  <a:path w="2021" h="10832" extrusionOk="0">
                    <a:moveTo>
                      <a:pt x="1554" y="1"/>
                    </a:moveTo>
                    <a:lnTo>
                      <a:pt x="0" y="10831"/>
                    </a:lnTo>
                    <a:lnTo>
                      <a:pt x="466" y="10831"/>
                    </a:lnTo>
                    <a:lnTo>
                      <a:pt x="2020"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3316015" y="3763724"/>
                <a:ext cx="222703" cy="831518"/>
              </a:xfrm>
              <a:custGeom>
                <a:avLst/>
                <a:gdLst/>
                <a:ahLst/>
                <a:cxnLst/>
                <a:rect l="l" t="t" r="r" b="b"/>
                <a:pathLst>
                  <a:path w="2901" h="10832" extrusionOk="0">
                    <a:moveTo>
                      <a:pt x="1600" y="10831"/>
                    </a:moveTo>
                    <a:lnTo>
                      <a:pt x="2901" y="10831"/>
                    </a:lnTo>
                    <a:lnTo>
                      <a:pt x="2849"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3427328" y="3763724"/>
                <a:ext cx="111390" cy="831518"/>
              </a:xfrm>
              <a:custGeom>
                <a:avLst/>
                <a:gdLst/>
                <a:ahLst/>
                <a:cxnLst/>
                <a:rect l="l" t="t" r="r" b="b"/>
                <a:pathLst>
                  <a:path w="1451" h="10832" extrusionOk="0">
                    <a:moveTo>
                      <a:pt x="0" y="1"/>
                    </a:moveTo>
                    <a:cubicBezTo>
                      <a:pt x="0" y="1100"/>
                      <a:pt x="829" y="1129"/>
                      <a:pt x="818" y="2210"/>
                    </a:cubicBezTo>
                    <a:cubicBezTo>
                      <a:pt x="766" y="5531"/>
                      <a:pt x="818" y="10831"/>
                      <a:pt x="818" y="10831"/>
                    </a:cubicBezTo>
                    <a:lnTo>
                      <a:pt x="1451" y="10831"/>
                    </a:lnTo>
                    <a:lnTo>
                      <a:pt x="1399"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3185203" y="3415201"/>
                <a:ext cx="51357" cy="255858"/>
              </a:xfrm>
              <a:custGeom>
                <a:avLst/>
                <a:gdLst/>
                <a:ahLst/>
                <a:cxnLst/>
                <a:rect l="l" t="t" r="r" b="b"/>
                <a:pathLst>
                  <a:path w="669" h="3333" extrusionOk="0">
                    <a:moveTo>
                      <a:pt x="668" y="0"/>
                    </a:moveTo>
                    <a:lnTo>
                      <a:pt x="668" y="0"/>
                    </a:lnTo>
                    <a:cubicBezTo>
                      <a:pt x="404" y="46"/>
                      <a:pt x="317" y="512"/>
                      <a:pt x="1" y="806"/>
                    </a:cubicBezTo>
                    <a:lnTo>
                      <a:pt x="1" y="3332"/>
                    </a:lnTo>
                    <a:cubicBezTo>
                      <a:pt x="58" y="3102"/>
                      <a:pt x="317" y="1514"/>
                      <a:pt x="668" y="0"/>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3450742" y="4594729"/>
                <a:ext cx="213414" cy="86207"/>
              </a:xfrm>
              <a:custGeom>
                <a:avLst/>
                <a:gdLst/>
                <a:ahLst/>
                <a:cxnLst/>
                <a:rect l="l" t="t" r="r" b="b"/>
                <a:pathLst>
                  <a:path w="2780" h="1123" extrusionOk="0">
                    <a:moveTo>
                      <a:pt x="0" y="6"/>
                    </a:moveTo>
                    <a:lnTo>
                      <a:pt x="0" y="1123"/>
                    </a:lnTo>
                    <a:lnTo>
                      <a:pt x="2671" y="1123"/>
                    </a:lnTo>
                    <a:cubicBezTo>
                      <a:pt x="2671" y="1123"/>
                      <a:pt x="2780" y="564"/>
                      <a:pt x="1802" y="518"/>
                    </a:cubicBezTo>
                    <a:cubicBezTo>
                      <a:pt x="1088" y="490"/>
                      <a:pt x="1007" y="0"/>
                      <a:pt x="1007" y="0"/>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3170618" y="4595190"/>
                <a:ext cx="87592" cy="86207"/>
              </a:xfrm>
              <a:custGeom>
                <a:avLst/>
                <a:gdLst/>
                <a:ahLst/>
                <a:cxnLst/>
                <a:rect l="l" t="t" r="r" b="b"/>
                <a:pathLst>
                  <a:path w="1141" h="1123" extrusionOk="0">
                    <a:moveTo>
                      <a:pt x="1" y="1122"/>
                    </a:moveTo>
                    <a:lnTo>
                      <a:pt x="1140" y="1122"/>
                    </a:lnTo>
                    <a:lnTo>
                      <a:pt x="1140" y="0"/>
                    </a:lnTo>
                    <a:lnTo>
                      <a:pt x="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3132234" y="4622979"/>
                <a:ext cx="113155" cy="58418"/>
              </a:xfrm>
              <a:custGeom>
                <a:avLst/>
                <a:gdLst/>
                <a:ahLst/>
                <a:cxnLst/>
                <a:rect l="l" t="t" r="r" b="b"/>
                <a:pathLst>
                  <a:path w="1474" h="761" extrusionOk="0">
                    <a:moveTo>
                      <a:pt x="0" y="760"/>
                    </a:moveTo>
                    <a:lnTo>
                      <a:pt x="1473" y="760"/>
                    </a:lnTo>
                    <a:lnTo>
                      <a:pt x="1473" y="398"/>
                    </a:lnTo>
                    <a:cubicBezTo>
                      <a:pt x="1473" y="173"/>
                      <a:pt x="1295" y="1"/>
                      <a:pt x="1076" y="1"/>
                    </a:cubicBezTo>
                    <a:lnTo>
                      <a:pt x="397" y="1"/>
                    </a:lnTo>
                    <a:cubicBezTo>
                      <a:pt x="173" y="1"/>
                      <a:pt x="0" y="179"/>
                      <a:pt x="0" y="3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3408750" y="3388179"/>
                <a:ext cx="129967" cy="375611"/>
              </a:xfrm>
              <a:custGeom>
                <a:avLst/>
                <a:gdLst/>
                <a:ahLst/>
                <a:cxnLst/>
                <a:rect l="l" t="t" r="r" b="b"/>
                <a:pathLst>
                  <a:path w="1693" h="4893" extrusionOk="0">
                    <a:moveTo>
                      <a:pt x="1290" y="1"/>
                    </a:moveTo>
                    <a:lnTo>
                      <a:pt x="1290" y="1"/>
                    </a:lnTo>
                    <a:cubicBezTo>
                      <a:pt x="1272" y="864"/>
                      <a:pt x="1301" y="2424"/>
                      <a:pt x="1226" y="2907"/>
                    </a:cubicBezTo>
                    <a:cubicBezTo>
                      <a:pt x="985" y="4415"/>
                      <a:pt x="1" y="4893"/>
                      <a:pt x="1" y="4893"/>
                    </a:cubicBezTo>
                    <a:lnTo>
                      <a:pt x="1693" y="4893"/>
                    </a:lnTo>
                    <a:lnTo>
                      <a:pt x="1693" y="1969"/>
                    </a:lnTo>
                    <a:cubicBezTo>
                      <a:pt x="1693" y="1497"/>
                      <a:pt x="1503" y="519"/>
                      <a:pt x="1290"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3481679" y="3541099"/>
                <a:ext cx="160828" cy="295622"/>
              </a:xfrm>
              <a:custGeom>
                <a:avLst/>
                <a:gdLst/>
                <a:ahLst/>
                <a:cxnLst/>
                <a:rect l="l" t="t" r="r" b="b"/>
                <a:pathLst>
                  <a:path w="2095" h="3851" extrusionOk="0">
                    <a:moveTo>
                      <a:pt x="1715" y="0"/>
                    </a:moveTo>
                    <a:cubicBezTo>
                      <a:pt x="1715" y="0"/>
                      <a:pt x="1324" y="409"/>
                      <a:pt x="823" y="593"/>
                    </a:cubicBezTo>
                    <a:cubicBezTo>
                      <a:pt x="863" y="639"/>
                      <a:pt x="984" y="863"/>
                      <a:pt x="1042" y="1024"/>
                    </a:cubicBezTo>
                    <a:lnTo>
                      <a:pt x="363" y="2935"/>
                    </a:lnTo>
                    <a:cubicBezTo>
                      <a:pt x="363" y="2935"/>
                      <a:pt x="104" y="2941"/>
                      <a:pt x="0" y="3079"/>
                    </a:cubicBezTo>
                    <a:lnTo>
                      <a:pt x="484" y="3850"/>
                    </a:lnTo>
                    <a:lnTo>
                      <a:pt x="806" y="3229"/>
                    </a:lnTo>
                    <a:lnTo>
                      <a:pt x="1980" y="1347"/>
                    </a:lnTo>
                    <a:cubicBezTo>
                      <a:pt x="2072" y="1157"/>
                      <a:pt x="2095" y="909"/>
                      <a:pt x="1715" y="0"/>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2824704" y="1073725"/>
                <a:ext cx="979553" cy="884026"/>
              </a:xfrm>
              <a:custGeom>
                <a:avLst/>
                <a:gdLst/>
                <a:ahLst/>
                <a:cxnLst/>
                <a:rect l="l" t="t" r="r" b="b"/>
                <a:pathLst>
                  <a:path w="12760" h="11516" extrusionOk="0">
                    <a:moveTo>
                      <a:pt x="6377" y="0"/>
                    </a:moveTo>
                    <a:cubicBezTo>
                      <a:pt x="2855" y="0"/>
                      <a:pt x="1" y="2274"/>
                      <a:pt x="1" y="5076"/>
                    </a:cubicBezTo>
                    <a:cubicBezTo>
                      <a:pt x="1" y="6877"/>
                      <a:pt x="1169" y="8460"/>
                      <a:pt x="2947" y="9358"/>
                    </a:cubicBezTo>
                    <a:cubicBezTo>
                      <a:pt x="2717" y="9847"/>
                      <a:pt x="2303" y="10474"/>
                      <a:pt x="1601" y="10739"/>
                    </a:cubicBezTo>
                    <a:cubicBezTo>
                      <a:pt x="852" y="11027"/>
                      <a:pt x="3828" y="11516"/>
                      <a:pt x="5387" y="10094"/>
                    </a:cubicBezTo>
                    <a:cubicBezTo>
                      <a:pt x="5710" y="10135"/>
                      <a:pt x="6043" y="10158"/>
                      <a:pt x="6377" y="10158"/>
                    </a:cubicBezTo>
                    <a:cubicBezTo>
                      <a:pt x="9905" y="10158"/>
                      <a:pt x="12759" y="7885"/>
                      <a:pt x="12759" y="5082"/>
                    </a:cubicBezTo>
                    <a:cubicBezTo>
                      <a:pt x="12759" y="2274"/>
                      <a:pt x="9905" y="0"/>
                      <a:pt x="6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33"/>
              <p:cNvGrpSpPr/>
              <p:nvPr/>
            </p:nvGrpSpPr>
            <p:grpSpPr>
              <a:xfrm>
                <a:off x="3050673" y="1341842"/>
                <a:ext cx="527533" cy="273512"/>
                <a:chOff x="7999109" y="908965"/>
                <a:chExt cx="502460" cy="260513"/>
              </a:xfrm>
            </p:grpSpPr>
            <p:sp>
              <p:nvSpPr>
                <p:cNvPr id="426" name="Google Shape;426;p33"/>
                <p:cNvSpPr/>
                <p:nvPr/>
              </p:nvSpPr>
              <p:spPr>
                <a:xfrm>
                  <a:off x="7999109" y="908965"/>
                  <a:ext cx="178480" cy="31220"/>
                </a:xfrm>
                <a:custGeom>
                  <a:avLst/>
                  <a:gdLst/>
                  <a:ahLst/>
                  <a:cxnLst/>
                  <a:rect l="l" t="t" r="r" b="b"/>
                  <a:pathLst>
                    <a:path w="2441" h="427" extrusionOk="0">
                      <a:moveTo>
                        <a:pt x="0" y="1"/>
                      </a:moveTo>
                      <a:lnTo>
                        <a:pt x="2440" y="1"/>
                      </a:lnTo>
                      <a:lnTo>
                        <a:pt x="2440"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7999109"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8266715"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29" name="Google Shape;429;p33"/>
                <p:cNvSpPr/>
                <p:nvPr/>
              </p:nvSpPr>
              <p:spPr>
                <a:xfrm>
                  <a:off x="8216192" y="908965"/>
                  <a:ext cx="285378" cy="31220"/>
                </a:xfrm>
                <a:custGeom>
                  <a:avLst/>
                  <a:gdLst/>
                  <a:ahLst/>
                  <a:cxnLst/>
                  <a:rect l="l" t="t" r="r" b="b"/>
                  <a:pathLst>
                    <a:path w="3903" h="427" extrusionOk="0">
                      <a:moveTo>
                        <a:pt x="1" y="1"/>
                      </a:moveTo>
                      <a:lnTo>
                        <a:pt x="3902" y="1"/>
                      </a:lnTo>
                      <a:lnTo>
                        <a:pt x="3902" y="426"/>
                      </a:lnTo>
                      <a:lnTo>
                        <a:pt x="1"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7999109" y="985591"/>
                  <a:ext cx="104412" cy="30781"/>
                </a:xfrm>
                <a:custGeom>
                  <a:avLst/>
                  <a:gdLst/>
                  <a:ahLst/>
                  <a:cxnLst/>
                  <a:rect l="l" t="t" r="r" b="b"/>
                  <a:pathLst>
                    <a:path w="1428" h="421" extrusionOk="0">
                      <a:moveTo>
                        <a:pt x="0" y="0"/>
                      </a:moveTo>
                      <a:lnTo>
                        <a:pt x="1427" y="0"/>
                      </a:lnTo>
                      <a:lnTo>
                        <a:pt x="1427"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8141759" y="985591"/>
                  <a:ext cx="144334" cy="30781"/>
                </a:xfrm>
                <a:custGeom>
                  <a:avLst/>
                  <a:gdLst/>
                  <a:ahLst/>
                  <a:cxnLst/>
                  <a:rect l="l" t="t" r="r" b="b"/>
                  <a:pathLst>
                    <a:path w="1974" h="421" extrusionOk="0">
                      <a:moveTo>
                        <a:pt x="0" y="0"/>
                      </a:moveTo>
                      <a:lnTo>
                        <a:pt x="1974" y="0"/>
                      </a:lnTo>
                      <a:lnTo>
                        <a:pt x="1974"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8328937" y="985591"/>
                  <a:ext cx="172630" cy="30781"/>
                </a:xfrm>
                <a:custGeom>
                  <a:avLst/>
                  <a:gdLst/>
                  <a:ahLst/>
                  <a:cxnLst/>
                  <a:rect l="l" t="t" r="r" b="b"/>
                  <a:pathLst>
                    <a:path w="2361" h="421" extrusionOk="0">
                      <a:moveTo>
                        <a:pt x="1" y="0"/>
                      </a:moveTo>
                      <a:lnTo>
                        <a:pt x="2360" y="0"/>
                      </a:lnTo>
                      <a:lnTo>
                        <a:pt x="2360" y="420"/>
                      </a:lnTo>
                      <a:lnTo>
                        <a:pt x="1"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7999109" y="1138696"/>
                  <a:ext cx="142287" cy="30781"/>
                </a:xfrm>
                <a:custGeom>
                  <a:avLst/>
                  <a:gdLst/>
                  <a:ahLst/>
                  <a:cxnLst/>
                  <a:rect l="l" t="t" r="r" b="b"/>
                  <a:pathLst>
                    <a:path w="1946" h="421" extrusionOk="0">
                      <a:moveTo>
                        <a:pt x="0" y="1"/>
                      </a:moveTo>
                      <a:lnTo>
                        <a:pt x="1945" y="1"/>
                      </a:lnTo>
                      <a:lnTo>
                        <a:pt x="1945" y="421"/>
                      </a:lnTo>
                      <a:lnTo>
                        <a:pt x="0" y="42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4" name="Google Shape;434;p33"/>
            <p:cNvSpPr/>
            <p:nvPr/>
          </p:nvSpPr>
          <p:spPr>
            <a:xfrm>
              <a:off x="1049321" y="900579"/>
              <a:ext cx="136492" cy="136492"/>
            </a:xfrm>
            <a:custGeom>
              <a:avLst/>
              <a:gdLst/>
              <a:ahLst/>
              <a:cxnLst/>
              <a:rect l="l" t="t" r="r" b="b"/>
              <a:pathLst>
                <a:path w="4231" h="4231" extrusionOk="0">
                  <a:moveTo>
                    <a:pt x="4231" y="2118"/>
                  </a:moveTo>
                  <a:cubicBezTo>
                    <a:pt x="4231" y="3287"/>
                    <a:pt x="3287" y="4230"/>
                    <a:pt x="2119" y="4230"/>
                  </a:cubicBezTo>
                  <a:cubicBezTo>
                    <a:pt x="950" y="4230"/>
                    <a:pt x="1" y="3287"/>
                    <a:pt x="1" y="2118"/>
                  </a:cubicBezTo>
                  <a:cubicBezTo>
                    <a:pt x="1" y="950"/>
                    <a:pt x="950" y="1"/>
                    <a:pt x="2119" y="1"/>
                  </a:cubicBezTo>
                  <a:cubicBezTo>
                    <a:pt x="3287" y="1"/>
                    <a:pt x="4231" y="950"/>
                    <a:pt x="4231" y="21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a:extLst>
              <a:ext uri="{FF2B5EF4-FFF2-40B4-BE49-F238E27FC236}">
                <a16:creationId xmlns:a16="http://schemas.microsoft.com/office/drawing/2014/main" id="{7DF91E39-9EC0-CC5E-71E2-8525C7C5E8D3}"/>
              </a:ext>
            </a:extLst>
          </p:cNvPr>
          <p:cNvPicPr>
            <a:picLocks noChangeAspect="1"/>
          </p:cNvPicPr>
          <p:nvPr/>
        </p:nvPicPr>
        <p:blipFill>
          <a:blip r:embed="rId3"/>
          <a:stretch>
            <a:fillRect/>
          </a:stretch>
        </p:blipFill>
        <p:spPr>
          <a:xfrm>
            <a:off x="89210" y="-149125"/>
            <a:ext cx="905398" cy="905398"/>
          </a:xfrm>
          <a:prstGeom prst="rect">
            <a:avLst/>
          </a:prstGeom>
        </p:spPr>
      </p:pic>
      <p:sp>
        <p:nvSpPr>
          <p:cNvPr id="2" name="Google Shape;368;p33">
            <a:extLst>
              <a:ext uri="{FF2B5EF4-FFF2-40B4-BE49-F238E27FC236}">
                <a16:creationId xmlns:a16="http://schemas.microsoft.com/office/drawing/2014/main" id="{AFE9BD64-271E-3E2D-AC02-1C490E5216F2}"/>
              </a:ext>
            </a:extLst>
          </p:cNvPr>
          <p:cNvSpPr txBox="1">
            <a:spLocks/>
          </p:cNvSpPr>
          <p:nvPr/>
        </p:nvSpPr>
        <p:spPr>
          <a:xfrm>
            <a:off x="3998122" y="-138351"/>
            <a:ext cx="5153579" cy="118546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91919"/>
              </a:buClr>
              <a:buSzPts val="5200"/>
              <a:buFont typeface="Sora"/>
              <a:buNone/>
              <a:defRPr sz="4800" b="1" i="0" u="none" strike="noStrike" cap="none">
                <a:solidFill>
                  <a:schemeClr val="dk1"/>
                </a:solidFill>
                <a:latin typeface="Sora"/>
                <a:ea typeface="Sora"/>
                <a:cs typeface="Sora"/>
                <a:sym typeface="Sora"/>
              </a:defRPr>
            </a:lvl1pPr>
            <a:lvl2pPr marR="0" lvl="1"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2pPr>
            <a:lvl3pPr marR="0" lvl="2"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3pPr>
            <a:lvl4pPr marR="0" lvl="3"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4pPr>
            <a:lvl5pPr marR="0" lvl="4"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5pPr>
            <a:lvl6pPr marR="0" lvl="5"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6pPr>
            <a:lvl7pPr marR="0" lvl="6"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7pPr>
            <a:lvl8pPr marR="0" lvl="7"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8pPr>
            <a:lvl9pPr marR="0" lvl="8" algn="ctr" rtl="0">
              <a:lnSpc>
                <a:spcPct val="100000"/>
              </a:lnSpc>
              <a:spcBef>
                <a:spcPts val="0"/>
              </a:spcBef>
              <a:spcAft>
                <a:spcPts val="0"/>
              </a:spcAft>
              <a:buClr>
                <a:srgbClr val="191919"/>
              </a:buClr>
              <a:buSzPts val="5200"/>
              <a:buFont typeface="Sora"/>
              <a:buNone/>
              <a:defRPr sz="5200" b="1" i="0" u="none" strike="noStrike" cap="none">
                <a:solidFill>
                  <a:srgbClr val="191919"/>
                </a:solidFill>
                <a:latin typeface="Sora"/>
                <a:ea typeface="Sora"/>
                <a:cs typeface="Sora"/>
                <a:sym typeface="Sora"/>
              </a:defRPr>
            </a:lvl9pPr>
          </a:lstStyle>
          <a:p>
            <a:pPr lvl="0"/>
            <a:r>
              <a:rPr lang="en-US" sz="3600" dirty="0">
                <a:solidFill>
                  <a:schemeClr val="bg2"/>
                </a:solidFill>
                <a:latin typeface="+mj-lt"/>
              </a:rPr>
              <a:t>Báo </a:t>
            </a:r>
            <a:r>
              <a:rPr lang="en-US" sz="3600" dirty="0" err="1">
                <a:solidFill>
                  <a:schemeClr val="bg2"/>
                </a:solidFill>
                <a:latin typeface="+mj-lt"/>
              </a:rPr>
              <a:t>cáo</a:t>
            </a:r>
            <a:r>
              <a:rPr lang="en-US" sz="3600" dirty="0">
                <a:solidFill>
                  <a:schemeClr val="bg2"/>
                </a:solidFill>
                <a:latin typeface="+mj-lt"/>
              </a:rPr>
              <a:t> </a:t>
            </a:r>
            <a:r>
              <a:rPr lang="en-US" sz="3600" dirty="0" err="1">
                <a:solidFill>
                  <a:schemeClr val="bg2"/>
                </a:solidFill>
                <a:latin typeface="+mj-lt"/>
              </a:rPr>
              <a:t>dự</a:t>
            </a:r>
            <a:r>
              <a:rPr lang="en-US" sz="3600" dirty="0">
                <a:solidFill>
                  <a:schemeClr val="bg2"/>
                </a:solidFill>
                <a:latin typeface="+mj-lt"/>
              </a:rPr>
              <a:t> </a:t>
            </a:r>
            <a:r>
              <a:rPr lang="en-US" sz="3600" dirty="0" err="1">
                <a:solidFill>
                  <a:schemeClr val="bg2"/>
                </a:solidFill>
                <a:latin typeface="+mj-lt"/>
              </a:rPr>
              <a:t>án</a:t>
            </a:r>
            <a:r>
              <a:rPr lang="en-US" sz="3600" dirty="0">
                <a:solidFill>
                  <a:schemeClr val="bg2"/>
                </a:solidFill>
                <a:latin typeface="+mj-lt"/>
              </a:rPr>
              <a:t> CNTT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8E6C-CE64-F6B1-E811-8D55AE0268A2}"/>
              </a:ext>
            </a:extLst>
          </p:cNvPr>
          <p:cNvSpPr>
            <a:spLocks noGrp="1"/>
          </p:cNvSpPr>
          <p:nvPr>
            <p:ph type="title"/>
          </p:nvPr>
        </p:nvSpPr>
        <p:spPr/>
        <p:txBody>
          <a:bodyPr anchor="ctr"/>
          <a:lstStyle/>
          <a:p>
            <a:pPr algn="ctr"/>
            <a:r>
              <a:rPr lang="vi-VN" sz="4000" b="0" dirty="0">
                <a:latin typeface="Segoe UI Variable Small" pitchFamily="2" charset="0"/>
              </a:rPr>
              <a:t>Thành viên</a:t>
            </a:r>
            <a:endParaRPr lang="en-US" sz="4000" b="0" dirty="0">
              <a:latin typeface="Segoe UI Variable Small" pitchFamily="2" charset="0"/>
            </a:endParaRPr>
          </a:p>
        </p:txBody>
      </p:sp>
      <p:sp>
        <p:nvSpPr>
          <p:cNvPr id="4" name="Subtitle 3">
            <a:extLst>
              <a:ext uri="{FF2B5EF4-FFF2-40B4-BE49-F238E27FC236}">
                <a16:creationId xmlns:a16="http://schemas.microsoft.com/office/drawing/2014/main" id="{699DEBE6-5CA7-D694-8E6B-4E52842111B3}"/>
              </a:ext>
            </a:extLst>
          </p:cNvPr>
          <p:cNvSpPr>
            <a:spLocks noGrp="1"/>
          </p:cNvSpPr>
          <p:nvPr>
            <p:ph type="subTitle" idx="2"/>
          </p:nvPr>
        </p:nvSpPr>
        <p:spPr>
          <a:xfrm>
            <a:off x="2227391" y="1448284"/>
            <a:ext cx="5333136" cy="572700"/>
          </a:xfrm>
          <a:ln w="28575">
            <a:solidFill>
              <a:schemeClr val="tx2"/>
            </a:solidFill>
          </a:ln>
        </p:spPr>
        <p:txBody>
          <a:bodyPr anchor="ctr"/>
          <a:lstStyle/>
          <a:p>
            <a:r>
              <a:rPr lang="vi-VN" sz="1600" dirty="0"/>
              <a:t>Nguyễn Thị Mỹ Linh - 52200091</a:t>
            </a:r>
            <a:endParaRPr lang="en-US" sz="1600" dirty="0"/>
          </a:p>
        </p:txBody>
      </p:sp>
      <p:sp>
        <p:nvSpPr>
          <p:cNvPr id="7" name="Subtitle 3">
            <a:extLst>
              <a:ext uri="{FF2B5EF4-FFF2-40B4-BE49-F238E27FC236}">
                <a16:creationId xmlns:a16="http://schemas.microsoft.com/office/drawing/2014/main" id="{0C00A758-4999-BC3A-C46B-ACBAC66F84EB}"/>
              </a:ext>
            </a:extLst>
          </p:cNvPr>
          <p:cNvSpPr txBox="1">
            <a:spLocks/>
          </p:cNvSpPr>
          <p:nvPr/>
        </p:nvSpPr>
        <p:spPr>
          <a:xfrm>
            <a:off x="2227391" y="2285399"/>
            <a:ext cx="5333136" cy="572699"/>
          </a:xfrm>
          <a:prstGeom prst="rect">
            <a:avLst/>
          </a:prstGeom>
          <a:noFill/>
          <a:ln w="28575">
            <a:solidFill>
              <a:schemeClr val="tx2"/>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8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2800"/>
              <a:buFont typeface="Lato"/>
              <a:buNone/>
              <a:defRPr sz="2800" b="0" i="0" u="none" strike="noStrike" cap="none">
                <a:solidFill>
                  <a:schemeClr val="dk1"/>
                </a:solidFill>
                <a:latin typeface="Lato"/>
                <a:ea typeface="Lato"/>
                <a:cs typeface="Lato"/>
                <a:sym typeface="Lato"/>
              </a:defRPr>
            </a:lvl9pPr>
          </a:lstStyle>
          <a:p>
            <a:r>
              <a:rPr lang="vi-VN" sz="1600" dirty="0"/>
              <a:t>Trần Thanh Thư - 52200120</a:t>
            </a:r>
            <a:endParaRPr lang="en-US" sz="1600" dirty="0"/>
          </a:p>
        </p:txBody>
      </p:sp>
      <p:pic>
        <p:nvPicPr>
          <p:cNvPr id="15" name="Picture 14">
            <a:extLst>
              <a:ext uri="{FF2B5EF4-FFF2-40B4-BE49-F238E27FC236}">
                <a16:creationId xmlns:a16="http://schemas.microsoft.com/office/drawing/2014/main" id="{78C01DE8-689D-CBD6-C398-2656E595C8F0}"/>
              </a:ext>
            </a:extLst>
          </p:cNvPr>
          <p:cNvPicPr>
            <a:picLocks noChangeAspect="1"/>
          </p:cNvPicPr>
          <p:nvPr/>
        </p:nvPicPr>
        <p:blipFill>
          <a:blip r:embed="rId2"/>
          <a:stretch>
            <a:fillRect/>
          </a:stretch>
        </p:blipFill>
        <p:spPr>
          <a:xfrm>
            <a:off x="1386526" y="1448284"/>
            <a:ext cx="553785" cy="572700"/>
          </a:xfrm>
          <a:prstGeom prst="rect">
            <a:avLst/>
          </a:prstGeom>
          <a:ln w="28575">
            <a:solidFill>
              <a:schemeClr val="tx2"/>
            </a:solidFill>
          </a:ln>
        </p:spPr>
      </p:pic>
      <p:pic>
        <p:nvPicPr>
          <p:cNvPr id="16" name="Picture 15">
            <a:extLst>
              <a:ext uri="{FF2B5EF4-FFF2-40B4-BE49-F238E27FC236}">
                <a16:creationId xmlns:a16="http://schemas.microsoft.com/office/drawing/2014/main" id="{89F4A8BC-E65F-01CB-7446-467E521E6471}"/>
              </a:ext>
            </a:extLst>
          </p:cNvPr>
          <p:cNvPicPr>
            <a:picLocks noChangeAspect="1"/>
          </p:cNvPicPr>
          <p:nvPr/>
        </p:nvPicPr>
        <p:blipFill>
          <a:blip r:embed="rId2"/>
          <a:stretch>
            <a:fillRect/>
          </a:stretch>
        </p:blipFill>
        <p:spPr>
          <a:xfrm>
            <a:off x="1386526" y="2285400"/>
            <a:ext cx="553785" cy="572700"/>
          </a:xfrm>
          <a:prstGeom prst="rect">
            <a:avLst/>
          </a:prstGeom>
          <a:ln w="28575">
            <a:solidFill>
              <a:schemeClr val="tx2"/>
            </a:solidFill>
          </a:ln>
        </p:spPr>
      </p:pic>
      <p:pic>
        <p:nvPicPr>
          <p:cNvPr id="18" name="Picture 17">
            <a:extLst>
              <a:ext uri="{FF2B5EF4-FFF2-40B4-BE49-F238E27FC236}">
                <a16:creationId xmlns:a16="http://schemas.microsoft.com/office/drawing/2014/main" id="{AEE1B149-715E-F7E7-19DE-BCB318F73BF1}"/>
              </a:ext>
            </a:extLst>
          </p:cNvPr>
          <p:cNvPicPr>
            <a:picLocks noChangeAspect="1"/>
          </p:cNvPicPr>
          <p:nvPr/>
        </p:nvPicPr>
        <p:blipFill>
          <a:blip r:embed="rId3"/>
          <a:stretch>
            <a:fillRect/>
          </a:stretch>
        </p:blipFill>
        <p:spPr>
          <a:xfrm>
            <a:off x="105646" y="-74077"/>
            <a:ext cx="905398" cy="905398"/>
          </a:xfrm>
          <a:prstGeom prst="rect">
            <a:avLst/>
          </a:prstGeom>
        </p:spPr>
      </p:pic>
    </p:spTree>
    <p:extLst>
      <p:ext uri="{BB962C8B-B14F-4D97-AF65-F5344CB8AC3E}">
        <p14:creationId xmlns:p14="http://schemas.microsoft.com/office/powerpoint/2010/main" val="157878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5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39A2-E8E7-23C8-A975-E466230BE6D8}"/>
              </a:ext>
            </a:extLst>
          </p:cNvPr>
          <p:cNvSpPr>
            <a:spLocks noGrp="1"/>
          </p:cNvSpPr>
          <p:nvPr>
            <p:ph type="title"/>
          </p:nvPr>
        </p:nvSpPr>
        <p:spPr>
          <a:xfrm>
            <a:off x="541580" y="1766303"/>
            <a:ext cx="2402342" cy="1127408"/>
          </a:xfrm>
        </p:spPr>
        <p:txBody>
          <a:bodyPr/>
          <a:lstStyle/>
          <a:p>
            <a:r>
              <a:rPr lang="en" sz="3200" dirty="0"/>
              <a:t>Table of contents</a:t>
            </a:r>
            <a:endParaRPr lang="en-US" dirty="0"/>
          </a:p>
        </p:txBody>
      </p:sp>
      <p:sp>
        <p:nvSpPr>
          <p:cNvPr id="7" name="Title 6">
            <a:extLst>
              <a:ext uri="{FF2B5EF4-FFF2-40B4-BE49-F238E27FC236}">
                <a16:creationId xmlns:a16="http://schemas.microsoft.com/office/drawing/2014/main" id="{8275FD18-4588-10BD-DA71-56AB8A522113}"/>
              </a:ext>
            </a:extLst>
          </p:cNvPr>
          <p:cNvSpPr>
            <a:spLocks noGrp="1"/>
          </p:cNvSpPr>
          <p:nvPr>
            <p:ph type="title" idx="5"/>
          </p:nvPr>
        </p:nvSpPr>
        <p:spPr>
          <a:xfrm>
            <a:off x="3688691" y="332712"/>
            <a:ext cx="590400" cy="363600"/>
          </a:xfrm>
        </p:spPr>
        <p:txBody>
          <a:bodyPr/>
          <a:lstStyle/>
          <a:p>
            <a:r>
              <a:rPr lang="vi-VN" dirty="0"/>
              <a:t>1</a:t>
            </a:r>
            <a:endParaRPr lang="en-US" dirty="0"/>
          </a:p>
        </p:txBody>
      </p:sp>
      <p:sp>
        <p:nvSpPr>
          <p:cNvPr id="8" name="Title 7">
            <a:extLst>
              <a:ext uri="{FF2B5EF4-FFF2-40B4-BE49-F238E27FC236}">
                <a16:creationId xmlns:a16="http://schemas.microsoft.com/office/drawing/2014/main" id="{1B87F427-AD0B-BB6D-0AC4-1075832D2458}"/>
              </a:ext>
            </a:extLst>
          </p:cNvPr>
          <p:cNvSpPr>
            <a:spLocks noGrp="1"/>
          </p:cNvSpPr>
          <p:nvPr>
            <p:ph type="title" idx="6"/>
          </p:nvPr>
        </p:nvSpPr>
        <p:spPr>
          <a:xfrm>
            <a:off x="3688691" y="1966407"/>
            <a:ext cx="590400" cy="363600"/>
          </a:xfrm>
        </p:spPr>
        <p:txBody>
          <a:bodyPr/>
          <a:lstStyle/>
          <a:p>
            <a:r>
              <a:rPr lang="vi-VN" dirty="0"/>
              <a:t>3</a:t>
            </a:r>
            <a:endParaRPr lang="en-US" dirty="0"/>
          </a:p>
        </p:txBody>
      </p:sp>
      <p:sp>
        <p:nvSpPr>
          <p:cNvPr id="9" name="Title 8">
            <a:extLst>
              <a:ext uri="{FF2B5EF4-FFF2-40B4-BE49-F238E27FC236}">
                <a16:creationId xmlns:a16="http://schemas.microsoft.com/office/drawing/2014/main" id="{D8594C8A-45BF-E176-891D-0E4D99B6D301}"/>
              </a:ext>
            </a:extLst>
          </p:cNvPr>
          <p:cNvSpPr>
            <a:spLocks noGrp="1"/>
          </p:cNvSpPr>
          <p:nvPr>
            <p:ph type="title" idx="7"/>
          </p:nvPr>
        </p:nvSpPr>
        <p:spPr>
          <a:xfrm>
            <a:off x="3688691" y="1148091"/>
            <a:ext cx="590400" cy="363600"/>
          </a:xfrm>
        </p:spPr>
        <p:txBody>
          <a:bodyPr/>
          <a:lstStyle/>
          <a:p>
            <a:r>
              <a:rPr lang="vi-VN" dirty="0"/>
              <a:t>2</a:t>
            </a:r>
            <a:endParaRPr lang="en-US" dirty="0"/>
          </a:p>
        </p:txBody>
      </p:sp>
      <p:sp>
        <p:nvSpPr>
          <p:cNvPr id="10" name="Title 9">
            <a:extLst>
              <a:ext uri="{FF2B5EF4-FFF2-40B4-BE49-F238E27FC236}">
                <a16:creationId xmlns:a16="http://schemas.microsoft.com/office/drawing/2014/main" id="{84A51BC7-1D61-A69A-5993-C6911CB5554E}"/>
              </a:ext>
            </a:extLst>
          </p:cNvPr>
          <p:cNvSpPr>
            <a:spLocks noGrp="1"/>
          </p:cNvSpPr>
          <p:nvPr>
            <p:ph type="title" idx="8"/>
          </p:nvPr>
        </p:nvSpPr>
        <p:spPr>
          <a:xfrm>
            <a:off x="3688691" y="2784724"/>
            <a:ext cx="590400" cy="363600"/>
          </a:xfrm>
        </p:spPr>
        <p:txBody>
          <a:bodyPr/>
          <a:lstStyle/>
          <a:p>
            <a:r>
              <a:rPr lang="vi-VN" dirty="0"/>
              <a:t>4</a:t>
            </a:r>
            <a:endParaRPr lang="en-US" dirty="0"/>
          </a:p>
        </p:txBody>
      </p:sp>
      <p:sp>
        <p:nvSpPr>
          <p:cNvPr id="11" name="Subtitle 10">
            <a:extLst>
              <a:ext uri="{FF2B5EF4-FFF2-40B4-BE49-F238E27FC236}">
                <a16:creationId xmlns:a16="http://schemas.microsoft.com/office/drawing/2014/main" id="{4B879395-7BD3-518C-1042-C4E7DE3288E6}"/>
              </a:ext>
            </a:extLst>
          </p:cNvPr>
          <p:cNvSpPr>
            <a:spLocks noGrp="1"/>
          </p:cNvSpPr>
          <p:nvPr>
            <p:ph type="subTitle" idx="9"/>
          </p:nvPr>
        </p:nvSpPr>
        <p:spPr>
          <a:xfrm>
            <a:off x="4418919" y="319232"/>
            <a:ext cx="4240500" cy="390559"/>
          </a:xfrm>
        </p:spPr>
        <p:txBody>
          <a:bodyPr/>
          <a:lstStyle/>
          <a:p>
            <a:pPr marL="139700" indent="0"/>
            <a:r>
              <a:rPr lang="vi-VN" sz="1600" b="0" dirty="0">
                <a:solidFill>
                  <a:schemeClr val="tx1"/>
                </a:solidFill>
                <a:effectLst/>
                <a:latin typeface="Segoe UI Variable Small" pitchFamily="2" charset="0"/>
                <a:ea typeface="Times New Roman" panose="02020603050405020304" pitchFamily="18" charset="0"/>
              </a:rPr>
              <a:t>Giới thiệu đề tài</a:t>
            </a:r>
          </a:p>
        </p:txBody>
      </p:sp>
      <p:sp>
        <p:nvSpPr>
          <p:cNvPr id="12" name="Subtitle 11">
            <a:extLst>
              <a:ext uri="{FF2B5EF4-FFF2-40B4-BE49-F238E27FC236}">
                <a16:creationId xmlns:a16="http://schemas.microsoft.com/office/drawing/2014/main" id="{EAB2D78D-8B37-25B2-D520-5FC7EF60C896}"/>
              </a:ext>
            </a:extLst>
          </p:cNvPr>
          <p:cNvSpPr>
            <a:spLocks noGrp="1"/>
          </p:cNvSpPr>
          <p:nvPr>
            <p:ph type="subTitle" idx="13"/>
          </p:nvPr>
        </p:nvSpPr>
        <p:spPr>
          <a:xfrm>
            <a:off x="4418919" y="1148090"/>
            <a:ext cx="4240500" cy="363600"/>
          </a:xfrm>
        </p:spPr>
        <p:txBody>
          <a:bodyPr/>
          <a:lstStyle/>
          <a:p>
            <a:pPr marL="139700" indent="0"/>
            <a:r>
              <a:rPr lang="vi-VN" sz="1600" b="0" dirty="0">
                <a:solidFill>
                  <a:schemeClr val="tx1"/>
                </a:solidFill>
                <a:effectLst/>
                <a:latin typeface="Segoe UI Variable Small" pitchFamily="2" charset="0"/>
                <a:ea typeface="Times New Roman" panose="02020603050405020304" pitchFamily="18" charset="0"/>
              </a:rPr>
              <a:t>Mục tiêu đề tài</a:t>
            </a:r>
            <a:endParaRPr lang="vi-VN" sz="1600" b="0" dirty="0">
              <a:solidFill>
                <a:schemeClr val="tx1"/>
              </a:solidFill>
              <a:latin typeface="Segoe UI Variable Small" pitchFamily="2" charset="0"/>
              <a:ea typeface="Times New Roman" panose="02020603050405020304" pitchFamily="18" charset="0"/>
            </a:endParaRPr>
          </a:p>
        </p:txBody>
      </p:sp>
      <p:sp>
        <p:nvSpPr>
          <p:cNvPr id="13" name="Subtitle 12">
            <a:extLst>
              <a:ext uri="{FF2B5EF4-FFF2-40B4-BE49-F238E27FC236}">
                <a16:creationId xmlns:a16="http://schemas.microsoft.com/office/drawing/2014/main" id="{3DE87D67-2CEC-E071-1435-CA2FC513900C}"/>
              </a:ext>
            </a:extLst>
          </p:cNvPr>
          <p:cNvSpPr>
            <a:spLocks noGrp="1"/>
          </p:cNvSpPr>
          <p:nvPr>
            <p:ph type="subTitle" idx="14"/>
          </p:nvPr>
        </p:nvSpPr>
        <p:spPr>
          <a:xfrm>
            <a:off x="4418919" y="1966407"/>
            <a:ext cx="4240500" cy="363600"/>
          </a:xfrm>
        </p:spPr>
        <p:txBody>
          <a:bodyPr/>
          <a:lstStyle/>
          <a:p>
            <a:pPr marL="139700" indent="0"/>
            <a:r>
              <a:rPr lang="vi-VN" sz="1600" b="0" dirty="0">
                <a:solidFill>
                  <a:schemeClr val="tx1"/>
                </a:solidFill>
                <a:effectLst/>
                <a:latin typeface="Segoe UI Variable Small" pitchFamily="2" charset="0"/>
                <a:ea typeface="Times New Roman" panose="02020603050405020304" pitchFamily="18" charset="0"/>
              </a:rPr>
              <a:t>Các chức năng chính</a:t>
            </a:r>
          </a:p>
        </p:txBody>
      </p:sp>
      <p:sp>
        <p:nvSpPr>
          <p:cNvPr id="14" name="Subtitle 13">
            <a:extLst>
              <a:ext uri="{FF2B5EF4-FFF2-40B4-BE49-F238E27FC236}">
                <a16:creationId xmlns:a16="http://schemas.microsoft.com/office/drawing/2014/main" id="{B4895C40-52F3-4E59-AF1C-469D4CD63099}"/>
              </a:ext>
            </a:extLst>
          </p:cNvPr>
          <p:cNvSpPr>
            <a:spLocks noGrp="1"/>
          </p:cNvSpPr>
          <p:nvPr>
            <p:ph type="subTitle" idx="15"/>
          </p:nvPr>
        </p:nvSpPr>
        <p:spPr>
          <a:xfrm>
            <a:off x="4418919" y="2784724"/>
            <a:ext cx="4240500" cy="363600"/>
          </a:xfrm>
        </p:spPr>
        <p:txBody>
          <a:bodyPr/>
          <a:lstStyle/>
          <a:p>
            <a:pPr marL="139700" indent="0"/>
            <a:r>
              <a:rPr lang="vi-VN" sz="1600" b="0" dirty="0">
                <a:solidFill>
                  <a:schemeClr val="tx1"/>
                </a:solidFill>
                <a:effectLst/>
                <a:latin typeface="Segoe UI Variable Small" pitchFamily="2" charset="0"/>
                <a:ea typeface="Times New Roman" panose="02020603050405020304" pitchFamily="18" charset="0"/>
              </a:rPr>
              <a:t>Kết quả đạt được và những hạn chế</a:t>
            </a:r>
            <a:endParaRPr lang="vi-VN" sz="1600" b="0" dirty="0">
              <a:solidFill>
                <a:schemeClr val="tx1"/>
              </a:solidFill>
              <a:latin typeface="Segoe UI Variable Small" pitchFamily="2" charset="0"/>
              <a:ea typeface="Times New Roman" panose="02020603050405020304" pitchFamily="18" charset="0"/>
            </a:endParaRPr>
          </a:p>
        </p:txBody>
      </p:sp>
      <p:sp>
        <p:nvSpPr>
          <p:cNvPr id="15" name="Title 9">
            <a:extLst>
              <a:ext uri="{FF2B5EF4-FFF2-40B4-BE49-F238E27FC236}">
                <a16:creationId xmlns:a16="http://schemas.microsoft.com/office/drawing/2014/main" id="{1A0474B4-D25D-B707-AD52-4EA0EBF0EB18}"/>
              </a:ext>
            </a:extLst>
          </p:cNvPr>
          <p:cNvSpPr txBox="1">
            <a:spLocks/>
          </p:cNvSpPr>
          <p:nvPr/>
        </p:nvSpPr>
        <p:spPr>
          <a:xfrm>
            <a:off x="3688691" y="3558260"/>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vi-VN" dirty="0"/>
              <a:t>5</a:t>
            </a:r>
            <a:endParaRPr lang="en-US" dirty="0"/>
          </a:p>
        </p:txBody>
      </p:sp>
      <p:sp>
        <p:nvSpPr>
          <p:cNvPr id="16" name="Subtitle 13">
            <a:extLst>
              <a:ext uri="{FF2B5EF4-FFF2-40B4-BE49-F238E27FC236}">
                <a16:creationId xmlns:a16="http://schemas.microsoft.com/office/drawing/2014/main" id="{FB807C82-7BBE-ED41-FD02-CA2AD4792F66}"/>
              </a:ext>
            </a:extLst>
          </p:cNvPr>
          <p:cNvSpPr txBox="1">
            <a:spLocks/>
          </p:cNvSpPr>
          <p:nvPr/>
        </p:nvSpPr>
        <p:spPr>
          <a:xfrm>
            <a:off x="4418919" y="3573143"/>
            <a:ext cx="4240500" cy="36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139700" indent="0"/>
            <a:r>
              <a:rPr lang="vi-VN" sz="1600" b="0" dirty="0">
                <a:solidFill>
                  <a:schemeClr val="tx1"/>
                </a:solidFill>
                <a:effectLst/>
                <a:latin typeface="Segoe UI Variable Small" pitchFamily="2" charset="0"/>
                <a:ea typeface="Times New Roman" panose="02020603050405020304" pitchFamily="18" charset="0"/>
              </a:rPr>
              <a:t>Hướng phát triển của nhóm</a:t>
            </a:r>
            <a:endParaRPr lang="en-US" sz="1600" b="0" dirty="0">
              <a:solidFill>
                <a:schemeClr val="tx1"/>
              </a:solidFill>
              <a:latin typeface="Segoe UI Variable Small" pitchFamily="2" charset="0"/>
            </a:endParaRPr>
          </a:p>
        </p:txBody>
      </p:sp>
      <p:sp>
        <p:nvSpPr>
          <p:cNvPr id="3" name="Title 9">
            <a:extLst>
              <a:ext uri="{FF2B5EF4-FFF2-40B4-BE49-F238E27FC236}">
                <a16:creationId xmlns:a16="http://schemas.microsoft.com/office/drawing/2014/main" id="{5C621A64-FECA-E538-B7CF-781B1D9BC288}"/>
              </a:ext>
            </a:extLst>
          </p:cNvPr>
          <p:cNvSpPr txBox="1">
            <a:spLocks/>
          </p:cNvSpPr>
          <p:nvPr/>
        </p:nvSpPr>
        <p:spPr>
          <a:xfrm>
            <a:off x="3688691" y="4331796"/>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vi-VN" dirty="0"/>
              <a:t>6</a:t>
            </a:r>
            <a:endParaRPr lang="en-US" dirty="0"/>
          </a:p>
        </p:txBody>
      </p:sp>
      <p:sp>
        <p:nvSpPr>
          <p:cNvPr id="4" name="Subtitle 13">
            <a:extLst>
              <a:ext uri="{FF2B5EF4-FFF2-40B4-BE49-F238E27FC236}">
                <a16:creationId xmlns:a16="http://schemas.microsoft.com/office/drawing/2014/main" id="{A4FAED32-849A-9870-FEF0-6670FECD1098}"/>
              </a:ext>
            </a:extLst>
          </p:cNvPr>
          <p:cNvSpPr txBox="1">
            <a:spLocks/>
          </p:cNvSpPr>
          <p:nvPr/>
        </p:nvSpPr>
        <p:spPr>
          <a:xfrm>
            <a:off x="4462162" y="4331796"/>
            <a:ext cx="4240500" cy="36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139700" indent="0"/>
            <a:r>
              <a:rPr lang="vi-VN" sz="1600" b="0" dirty="0">
                <a:solidFill>
                  <a:schemeClr val="tx1"/>
                </a:solidFill>
                <a:effectLst/>
                <a:latin typeface="Segoe UI Variable Small" pitchFamily="2" charset="0"/>
                <a:ea typeface="Times New Roman" panose="02020603050405020304" pitchFamily="18" charset="0"/>
              </a:rPr>
              <a:t>Kết luận</a:t>
            </a:r>
            <a:endParaRPr lang="en-US" sz="1600" b="0" dirty="0">
              <a:solidFill>
                <a:schemeClr val="tx1"/>
              </a:solidFill>
              <a:latin typeface="Segoe UI Variable Small" pitchFamily="2" charset="0"/>
            </a:endParaRPr>
          </a:p>
        </p:txBody>
      </p:sp>
      <p:cxnSp>
        <p:nvCxnSpPr>
          <p:cNvPr id="5" name="Google Shape;502;p36">
            <a:extLst>
              <a:ext uri="{FF2B5EF4-FFF2-40B4-BE49-F238E27FC236}">
                <a16:creationId xmlns:a16="http://schemas.microsoft.com/office/drawing/2014/main" id="{F3A5AC99-7BA2-3583-3BCE-0803D6ACE6BB}"/>
              </a:ext>
            </a:extLst>
          </p:cNvPr>
          <p:cNvCxnSpPr>
            <a:cxnSpLocks/>
            <a:stCxn id="2" idx="3"/>
            <a:endCxn id="7" idx="1"/>
          </p:cNvCxnSpPr>
          <p:nvPr/>
        </p:nvCxnSpPr>
        <p:spPr>
          <a:xfrm flipV="1">
            <a:off x="2943922" y="514512"/>
            <a:ext cx="744769" cy="1815495"/>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0" name="Google Shape;502;p36">
            <a:extLst>
              <a:ext uri="{FF2B5EF4-FFF2-40B4-BE49-F238E27FC236}">
                <a16:creationId xmlns:a16="http://schemas.microsoft.com/office/drawing/2014/main" id="{0F966BD8-9D6E-8604-CC28-28F08162E8C2}"/>
              </a:ext>
            </a:extLst>
          </p:cNvPr>
          <p:cNvCxnSpPr>
            <a:cxnSpLocks/>
            <a:stCxn id="2" idx="3"/>
            <a:endCxn id="9" idx="1"/>
          </p:cNvCxnSpPr>
          <p:nvPr/>
        </p:nvCxnSpPr>
        <p:spPr>
          <a:xfrm flipV="1">
            <a:off x="2943922" y="1329891"/>
            <a:ext cx="744769" cy="1000116"/>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3" name="Google Shape;502;p36">
            <a:extLst>
              <a:ext uri="{FF2B5EF4-FFF2-40B4-BE49-F238E27FC236}">
                <a16:creationId xmlns:a16="http://schemas.microsoft.com/office/drawing/2014/main" id="{922C1847-42E6-03F3-400D-A05AEA85356B}"/>
              </a:ext>
            </a:extLst>
          </p:cNvPr>
          <p:cNvCxnSpPr>
            <a:cxnSpLocks/>
            <a:stCxn id="2" idx="3"/>
            <a:endCxn id="8" idx="1"/>
          </p:cNvCxnSpPr>
          <p:nvPr/>
        </p:nvCxnSpPr>
        <p:spPr>
          <a:xfrm flipV="1">
            <a:off x="2943922" y="2148207"/>
            <a:ext cx="744769" cy="18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6" name="Google Shape;502;p36">
            <a:extLst>
              <a:ext uri="{FF2B5EF4-FFF2-40B4-BE49-F238E27FC236}">
                <a16:creationId xmlns:a16="http://schemas.microsoft.com/office/drawing/2014/main" id="{3D056687-3882-F612-9C81-E0C624745FA5}"/>
              </a:ext>
            </a:extLst>
          </p:cNvPr>
          <p:cNvCxnSpPr>
            <a:cxnSpLocks/>
            <a:stCxn id="2" idx="3"/>
            <a:endCxn id="10" idx="1"/>
          </p:cNvCxnSpPr>
          <p:nvPr/>
        </p:nvCxnSpPr>
        <p:spPr>
          <a:xfrm>
            <a:off x="2943922" y="2330007"/>
            <a:ext cx="744769" cy="636517"/>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9" name="Google Shape;502;p36">
            <a:extLst>
              <a:ext uri="{FF2B5EF4-FFF2-40B4-BE49-F238E27FC236}">
                <a16:creationId xmlns:a16="http://schemas.microsoft.com/office/drawing/2014/main" id="{B3270E7D-CC0A-242F-0160-82F09CF8BB8D}"/>
              </a:ext>
            </a:extLst>
          </p:cNvPr>
          <p:cNvCxnSpPr>
            <a:cxnSpLocks/>
            <a:stCxn id="2" idx="3"/>
            <a:endCxn id="15" idx="1"/>
          </p:cNvCxnSpPr>
          <p:nvPr/>
        </p:nvCxnSpPr>
        <p:spPr>
          <a:xfrm>
            <a:off x="2943922" y="2330007"/>
            <a:ext cx="744769" cy="141005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2" name="Google Shape;502;p36">
            <a:extLst>
              <a:ext uri="{FF2B5EF4-FFF2-40B4-BE49-F238E27FC236}">
                <a16:creationId xmlns:a16="http://schemas.microsoft.com/office/drawing/2014/main" id="{198737C5-A59E-FCAD-E1BF-406B0DE14034}"/>
              </a:ext>
            </a:extLst>
          </p:cNvPr>
          <p:cNvCxnSpPr>
            <a:cxnSpLocks/>
          </p:cNvCxnSpPr>
          <p:nvPr/>
        </p:nvCxnSpPr>
        <p:spPr>
          <a:xfrm>
            <a:off x="2943922" y="2330007"/>
            <a:ext cx="744769" cy="141005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3" name="Google Shape;502;p36">
            <a:extLst>
              <a:ext uri="{FF2B5EF4-FFF2-40B4-BE49-F238E27FC236}">
                <a16:creationId xmlns:a16="http://schemas.microsoft.com/office/drawing/2014/main" id="{ABC67B3C-F36C-07A6-3CA5-AC5E741F460A}"/>
              </a:ext>
            </a:extLst>
          </p:cNvPr>
          <p:cNvCxnSpPr>
            <a:cxnSpLocks/>
          </p:cNvCxnSpPr>
          <p:nvPr/>
        </p:nvCxnSpPr>
        <p:spPr>
          <a:xfrm>
            <a:off x="2943922" y="2330007"/>
            <a:ext cx="744769" cy="141005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4" name="Google Shape;502;p36">
            <a:extLst>
              <a:ext uri="{FF2B5EF4-FFF2-40B4-BE49-F238E27FC236}">
                <a16:creationId xmlns:a16="http://schemas.microsoft.com/office/drawing/2014/main" id="{02565AA8-052C-BB58-8A25-8E9EA5AA90BC}"/>
              </a:ext>
            </a:extLst>
          </p:cNvPr>
          <p:cNvCxnSpPr>
            <a:cxnSpLocks/>
          </p:cNvCxnSpPr>
          <p:nvPr/>
        </p:nvCxnSpPr>
        <p:spPr>
          <a:xfrm>
            <a:off x="2943922" y="2330007"/>
            <a:ext cx="744769" cy="141005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 name="Google Shape;502;p36">
            <a:extLst>
              <a:ext uri="{FF2B5EF4-FFF2-40B4-BE49-F238E27FC236}">
                <a16:creationId xmlns:a16="http://schemas.microsoft.com/office/drawing/2014/main" id="{C08940C6-82D8-99F0-F455-CCC5FFF9579A}"/>
              </a:ext>
            </a:extLst>
          </p:cNvPr>
          <p:cNvCxnSpPr>
            <a:cxnSpLocks/>
          </p:cNvCxnSpPr>
          <p:nvPr/>
        </p:nvCxnSpPr>
        <p:spPr>
          <a:xfrm>
            <a:off x="2943922" y="2330007"/>
            <a:ext cx="744769" cy="1410053"/>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6" name="Google Shape;502;p36">
            <a:extLst>
              <a:ext uri="{FF2B5EF4-FFF2-40B4-BE49-F238E27FC236}">
                <a16:creationId xmlns:a16="http://schemas.microsoft.com/office/drawing/2014/main" id="{4B427DCA-AAEB-C632-6226-7994A1FF3581}"/>
              </a:ext>
            </a:extLst>
          </p:cNvPr>
          <p:cNvCxnSpPr>
            <a:cxnSpLocks/>
            <a:stCxn id="2" idx="3"/>
            <a:endCxn id="3" idx="1"/>
          </p:cNvCxnSpPr>
          <p:nvPr/>
        </p:nvCxnSpPr>
        <p:spPr>
          <a:xfrm>
            <a:off x="2943922" y="2330007"/>
            <a:ext cx="744769" cy="2183589"/>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45" name="Picture 44">
            <a:extLst>
              <a:ext uri="{FF2B5EF4-FFF2-40B4-BE49-F238E27FC236}">
                <a16:creationId xmlns:a16="http://schemas.microsoft.com/office/drawing/2014/main" id="{5760E5F6-2530-1875-1E9D-76BC1A6BED9F}"/>
              </a:ext>
            </a:extLst>
          </p:cNvPr>
          <p:cNvPicPr>
            <a:picLocks noChangeAspect="1"/>
          </p:cNvPicPr>
          <p:nvPr/>
        </p:nvPicPr>
        <p:blipFill>
          <a:blip r:embed="rId2"/>
          <a:stretch>
            <a:fillRect/>
          </a:stretch>
        </p:blipFill>
        <p:spPr>
          <a:xfrm>
            <a:off x="541580" y="-119987"/>
            <a:ext cx="905398" cy="905398"/>
          </a:xfrm>
          <a:prstGeom prst="rect">
            <a:avLst/>
          </a:prstGeom>
        </p:spPr>
      </p:pic>
    </p:spTree>
    <p:extLst>
      <p:ext uri="{BB962C8B-B14F-4D97-AF65-F5344CB8AC3E}">
        <p14:creationId xmlns:p14="http://schemas.microsoft.com/office/powerpoint/2010/main" val="3481402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6"/>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sz="3600" dirty="0">
                <a:latin typeface="Segoe UI Semibold" panose="020B0702040204020203" pitchFamily="34" charset="0"/>
                <a:cs typeface="Segoe UI Semibold" panose="020B0702040204020203" pitchFamily="34" charset="0"/>
              </a:rPr>
              <a:t>Giới thiệu đề tài</a:t>
            </a:r>
            <a:endParaRPr sz="3600" dirty="0">
              <a:latin typeface="Segoe UI Semibold" panose="020B0702040204020203" pitchFamily="34" charset="0"/>
              <a:cs typeface="Segoe UI Semibold" panose="020B0702040204020203" pitchFamily="34" charset="0"/>
            </a:endParaRPr>
          </a:p>
        </p:txBody>
      </p:sp>
      <p:sp>
        <p:nvSpPr>
          <p:cNvPr id="467" name="Google Shape;467;p36"/>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r>
              <a:rPr lang="vi-VN"/>
              <a:t>Nhóm 5</a:t>
            </a:r>
            <a:endParaRPr lang="en-US" dirty="0"/>
          </a:p>
        </p:txBody>
      </p:sp>
      <p:sp>
        <p:nvSpPr>
          <p:cNvPr id="468" name="Google Shape;468;p36"/>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469" name="Google Shape;469;p36"/>
          <p:cNvGrpSpPr/>
          <p:nvPr/>
        </p:nvGrpSpPr>
        <p:grpSpPr>
          <a:xfrm>
            <a:off x="5504532" y="1402030"/>
            <a:ext cx="3231844" cy="3156274"/>
            <a:chOff x="5504532" y="1402030"/>
            <a:chExt cx="3231844" cy="3156274"/>
          </a:xfrm>
        </p:grpSpPr>
        <p:sp>
          <p:nvSpPr>
            <p:cNvPr id="470" name="Google Shape;470;p36"/>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p:cNvGrpSpPr/>
            <p:nvPr/>
          </p:nvGrpSpPr>
          <p:grpSpPr>
            <a:xfrm>
              <a:off x="5836805" y="2286450"/>
              <a:ext cx="2491776" cy="2195831"/>
              <a:chOff x="5450286" y="1617112"/>
              <a:chExt cx="3026938" cy="2667433"/>
            </a:xfrm>
          </p:grpSpPr>
          <p:sp>
            <p:nvSpPr>
              <p:cNvPr id="473" name="Google Shape;473;p36"/>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p:cNvGrpSpPr/>
            <p:nvPr/>
          </p:nvGrpSpPr>
          <p:grpSpPr>
            <a:xfrm>
              <a:off x="6080934" y="2562938"/>
              <a:ext cx="588467" cy="576350"/>
              <a:chOff x="5608702" y="2132055"/>
              <a:chExt cx="956079" cy="936392"/>
            </a:xfrm>
          </p:grpSpPr>
          <p:grpSp>
            <p:nvGrpSpPr>
              <p:cNvPr id="479" name="Google Shape;479;p36"/>
              <p:cNvGrpSpPr/>
              <p:nvPr/>
            </p:nvGrpSpPr>
            <p:grpSpPr>
              <a:xfrm>
                <a:off x="5608702" y="2132055"/>
                <a:ext cx="956079" cy="936392"/>
                <a:chOff x="5194542" y="1480793"/>
                <a:chExt cx="1161418" cy="1137503"/>
              </a:xfrm>
            </p:grpSpPr>
            <p:sp>
              <p:nvSpPr>
                <p:cNvPr id="480" name="Google Shape;480;p36"/>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p:cNvGrpSpPr/>
            <p:nvPr/>
          </p:nvGrpSpPr>
          <p:grpSpPr>
            <a:xfrm>
              <a:off x="6420935" y="3158641"/>
              <a:ext cx="655117" cy="641505"/>
              <a:chOff x="6224520" y="2766314"/>
              <a:chExt cx="953591" cy="933778"/>
            </a:xfrm>
          </p:grpSpPr>
          <p:sp>
            <p:nvSpPr>
              <p:cNvPr id="484" name="Google Shape;484;p36"/>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p:cNvGrpSpPr/>
            <p:nvPr/>
          </p:nvGrpSpPr>
          <p:grpSpPr>
            <a:xfrm>
              <a:off x="6699330" y="2455550"/>
              <a:ext cx="791157" cy="791109"/>
              <a:chOff x="6746427" y="1893210"/>
              <a:chExt cx="1058120" cy="1058057"/>
            </a:xfrm>
          </p:grpSpPr>
          <p:sp>
            <p:nvSpPr>
              <p:cNvPr id="488" name="Google Shape;488;p36"/>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p:cNvGrpSpPr/>
            <p:nvPr/>
          </p:nvGrpSpPr>
          <p:grpSpPr>
            <a:xfrm>
              <a:off x="7261919" y="2979030"/>
              <a:ext cx="842315" cy="841757"/>
              <a:chOff x="7273478" y="2705981"/>
              <a:chExt cx="1055136" cy="1054437"/>
            </a:xfrm>
          </p:grpSpPr>
          <p:sp>
            <p:nvSpPr>
              <p:cNvPr id="495" name="Google Shape;495;p36"/>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p:cNvGrpSpPr/>
            <p:nvPr/>
          </p:nvGrpSpPr>
          <p:grpSpPr>
            <a:xfrm>
              <a:off x="7287500" y="1402030"/>
              <a:ext cx="791159" cy="608287"/>
              <a:chOff x="7349773" y="264075"/>
              <a:chExt cx="961077" cy="738930"/>
            </a:xfrm>
          </p:grpSpPr>
          <p:sp>
            <p:nvSpPr>
              <p:cNvPr id="499" name="Google Shape;499;p36"/>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p:cNvCxnSpPr>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2" name="Picture 1">
            <a:extLst>
              <a:ext uri="{FF2B5EF4-FFF2-40B4-BE49-F238E27FC236}">
                <a16:creationId xmlns:a16="http://schemas.microsoft.com/office/drawing/2014/main" id="{C113A41F-962A-7F60-F876-58D4BF0462C1}"/>
              </a:ext>
            </a:extLst>
          </p:cNvPr>
          <p:cNvPicPr>
            <a:picLocks noChangeAspect="1"/>
          </p:cNvPicPr>
          <p:nvPr/>
        </p:nvPicPr>
        <p:blipFill>
          <a:blip r:embed="rId3"/>
          <a:stretch>
            <a:fillRect/>
          </a:stretch>
        </p:blipFill>
        <p:spPr>
          <a:xfrm>
            <a:off x="567492" y="-92213"/>
            <a:ext cx="905398" cy="9053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20000" y="76559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bg2"/>
                </a:solidFill>
                <a:latin typeface="Segoe UI Semibold" panose="020B0702040204020203" pitchFamily="34" charset="0"/>
                <a:cs typeface="Segoe UI Semibold" panose="020B0702040204020203" pitchFamily="34" charset="0"/>
              </a:rPr>
              <a:t>Giới thiệu đề tài</a:t>
            </a:r>
            <a:endParaRPr dirty="0">
              <a:solidFill>
                <a:schemeClr val="bg2"/>
              </a:solidFill>
              <a:latin typeface="Segoe UI Semibold" panose="020B0702040204020203" pitchFamily="34" charset="0"/>
              <a:cs typeface="Segoe UI Semibold" panose="020B0702040204020203" pitchFamily="34" charset="0"/>
            </a:endParaRPr>
          </a:p>
        </p:txBody>
      </p:sp>
      <p:sp>
        <p:nvSpPr>
          <p:cNvPr id="526" name="Google Shape;526;p38"/>
          <p:cNvSpPr txBox="1">
            <a:spLocks noGrp="1"/>
          </p:cNvSpPr>
          <p:nvPr>
            <p:ph type="subTitle" idx="2"/>
          </p:nvPr>
        </p:nvSpPr>
        <p:spPr>
          <a:xfrm>
            <a:off x="962722" y="1405199"/>
            <a:ext cx="7001716" cy="2599050"/>
          </a:xfrm>
          <a:prstGeom prst="rect">
            <a:avLst/>
          </a:prstGeom>
        </p:spPr>
        <p:txBody>
          <a:bodyPr spcFirstLastPara="1" wrap="square" lIns="91425" tIns="91425" rIns="91425" bIns="91425" anchor="t" anchorCtr="0">
            <a:noAutofit/>
          </a:bodyPr>
          <a:lstStyle/>
          <a:p>
            <a:pPr indent="0" algn="just">
              <a:lnSpc>
                <a:spcPct val="150000"/>
              </a:lnSpc>
            </a:pPr>
            <a:r>
              <a:rPr lang="vi-VN" sz="1600" dirty="0">
                <a:latin typeface="Segoe UI Variable Small" pitchFamily="2" charset="0"/>
              </a:rPr>
              <a:t>Đề tài 'Xây dựng website quản lý và tìm kiếm văn bản, hợp đồng nội bộ' được thực hiện nhằm mục tiêu số hóa kho lưu trữ thủ công, tối ưu hóa quy trình truy xuất thông tin và đảm bảo tính bảo mật cao nhất cho hệ thống tài liệu.</a:t>
            </a:r>
            <a:endParaRPr lang="en-US" sz="1600" dirty="0">
              <a:effectLst/>
              <a:latin typeface="Segoe UI Variable Small" pitchFamily="2" charset="0"/>
              <a:ea typeface="Times New Roman" panose="02020603050405020304" pitchFamily="18" charset="0"/>
            </a:endParaRPr>
          </a:p>
        </p:txBody>
      </p:sp>
      <p:pic>
        <p:nvPicPr>
          <p:cNvPr id="4" name="Picture 3">
            <a:extLst>
              <a:ext uri="{FF2B5EF4-FFF2-40B4-BE49-F238E27FC236}">
                <a16:creationId xmlns:a16="http://schemas.microsoft.com/office/drawing/2014/main" id="{2DEB543E-89AC-81DE-ECD7-887CA951D25B}"/>
              </a:ext>
            </a:extLst>
          </p:cNvPr>
          <p:cNvPicPr>
            <a:picLocks noChangeAspect="1"/>
          </p:cNvPicPr>
          <p:nvPr/>
        </p:nvPicPr>
        <p:blipFill>
          <a:blip r:embed="rId3"/>
          <a:stretch>
            <a:fillRect/>
          </a:stretch>
        </p:blipFill>
        <p:spPr>
          <a:xfrm>
            <a:off x="512956" y="110213"/>
            <a:ext cx="899532" cy="8995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 grpId="0"/>
      <p:bldP spid="52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3" name="Google Shape;603;p40"/>
          <p:cNvSpPr txBox="1">
            <a:spLocks noGrp="1"/>
          </p:cNvSpPr>
          <p:nvPr>
            <p:ph type="title"/>
          </p:nvPr>
        </p:nvSpPr>
        <p:spPr>
          <a:xfrm>
            <a:off x="720000" y="53984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latin typeface="Segoe UI Semibold" panose="020B0702040204020203" pitchFamily="34" charset="0"/>
                <a:cs typeface="Segoe UI Semibold" panose="020B0702040204020203" pitchFamily="34" charset="0"/>
              </a:rPr>
              <a:t>Lý do chọn đề tài</a:t>
            </a:r>
            <a:endParaRPr dirty="0">
              <a:latin typeface="Segoe UI Semibold" panose="020B0702040204020203" pitchFamily="34" charset="0"/>
              <a:cs typeface="Segoe UI Semibold" panose="020B0702040204020203" pitchFamily="34" charset="0"/>
            </a:endParaRPr>
          </a:p>
        </p:txBody>
      </p:sp>
      <p:sp>
        <p:nvSpPr>
          <p:cNvPr id="605" name="Google Shape;605;p40"/>
          <p:cNvSpPr txBox="1">
            <a:spLocks noGrp="1"/>
          </p:cNvSpPr>
          <p:nvPr>
            <p:ph type="subTitle" idx="2"/>
          </p:nvPr>
        </p:nvSpPr>
        <p:spPr>
          <a:xfrm>
            <a:off x="1023060" y="1380593"/>
            <a:ext cx="6901739" cy="2382313"/>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SzPct val="88000"/>
              <a:buFont typeface="Arial" panose="020B0604020202020204" pitchFamily="34" charset="0"/>
              <a:buChar char="•"/>
            </a:pPr>
            <a:r>
              <a:rPr lang="vi-VN" sz="1600" dirty="0">
                <a:effectLst/>
                <a:latin typeface="Segoe UI Variable Small" pitchFamily="2" charset="0"/>
                <a:ea typeface="Times New Roman" panose="02020603050405020304" pitchFamily="18" charset="0"/>
              </a:rPr>
              <a:t>Xây </a:t>
            </a:r>
            <a:r>
              <a:rPr lang="en-US" sz="1600" dirty="0" err="1">
                <a:effectLst/>
                <a:latin typeface="Segoe UI Variable Small" pitchFamily="2" charset="0"/>
                <a:ea typeface="Times New Roman" panose="02020603050405020304" pitchFamily="18" charset="0"/>
              </a:rPr>
              <a:t>dựng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một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môi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trường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lưu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trữ</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văn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bản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tiện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lợi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và</a:t>
            </a:r>
            <a:r>
              <a:rPr lang="en-US" sz="1600" dirty="0">
                <a:effectLst/>
                <a:latin typeface="Segoe UI Variable Small" pitchFamily="2" charset="0"/>
                <a:ea typeface="Times New Roman" panose="02020603050405020304" pitchFamily="18" charset="0"/>
              </a:rPr>
              <a:t> an </a:t>
            </a:r>
            <a:r>
              <a:rPr lang="vi-VN" sz="1600" dirty="0">
                <a:effectLst/>
                <a:latin typeface="Segoe UI Variable Small" pitchFamily="2" charset="0"/>
                <a:ea typeface="Times New Roman" panose="02020603050405020304" pitchFamily="18" charset="0"/>
              </a:rPr>
              <a:t>toàn.</a:t>
            </a:r>
          </a:p>
          <a:p>
            <a:pPr marL="285750" lvl="0" indent="-285750" algn="l" rtl="0">
              <a:spcBef>
                <a:spcPts val="0"/>
              </a:spcBef>
              <a:spcAft>
                <a:spcPts val="0"/>
              </a:spcAft>
              <a:buSzPct val="88000"/>
              <a:buFont typeface="Arial" panose="020B0604020202020204" pitchFamily="34" charset="0"/>
              <a:buChar char="•"/>
            </a:pPr>
            <a:r>
              <a:rPr lang="vi-VN" sz="1600" dirty="0">
                <a:effectLst/>
                <a:latin typeface="Segoe UI Variable Small" pitchFamily="2" charset="0"/>
                <a:ea typeface="Times New Roman" panose="02020603050405020304" pitchFamily="18" charset="0"/>
              </a:rPr>
              <a:t>Cung </a:t>
            </a:r>
            <a:r>
              <a:rPr lang="en-US" sz="1600" dirty="0" err="1">
                <a:effectLst/>
                <a:latin typeface="Segoe UI Variable Small" pitchFamily="2" charset="0"/>
                <a:ea typeface="Times New Roman" panose="02020603050405020304" pitchFamily="18" charset="0"/>
              </a:rPr>
              <a:t>cấp</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một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giải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pháp</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quản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lý</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tài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liệu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số</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toàn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diện</a:t>
            </a:r>
            <a:r>
              <a:rPr lang="en-US" sz="1600" dirty="0">
                <a:effectLst/>
                <a:latin typeface="Segoe UI Variable Small" pitchFamily="2" charset="0"/>
                <a:ea typeface="Times New Roman" panose="02020603050405020304" pitchFamily="18" charset="0"/>
              </a:rPr>
              <a:t>. </a:t>
            </a:r>
            <a:endParaRPr lang="vi-VN" sz="1600" dirty="0">
              <a:effectLst/>
              <a:latin typeface="Segoe UI Variable Small" pitchFamily="2" charset="0"/>
              <a:ea typeface="Times New Roman" panose="02020603050405020304" pitchFamily="18" charset="0"/>
            </a:endParaRPr>
          </a:p>
          <a:p>
            <a:pPr marL="285750" lvl="0" indent="-285750" algn="l" rtl="0">
              <a:spcBef>
                <a:spcPts val="0"/>
              </a:spcBef>
              <a:spcAft>
                <a:spcPts val="0"/>
              </a:spcAft>
              <a:buSzPct val="88000"/>
              <a:buFont typeface="Arial" panose="020B0604020202020204" pitchFamily="34" charset="0"/>
              <a:buChar char="•"/>
            </a:pPr>
            <a:r>
              <a:rPr lang="vi-VN" sz="1600" dirty="0">
                <a:latin typeface="Segoe UI Variable Small" pitchFamily="2" charset="0"/>
                <a:ea typeface="Times New Roman" panose="02020603050405020304" pitchFamily="18" charset="0"/>
              </a:rPr>
              <a:t>T</a:t>
            </a:r>
            <a:r>
              <a:rPr lang="en-US" sz="1600" dirty="0" err="1">
                <a:effectLst/>
                <a:latin typeface="Segoe UI Variable Small" pitchFamily="2" charset="0"/>
                <a:ea typeface="Times New Roman" panose="02020603050405020304" pitchFamily="18" charset="0"/>
              </a:rPr>
              <a:t>ận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dụng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sức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mạnh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của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công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nghệ</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xử</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lý</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ngôn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ngữ</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tự</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nhiên</a:t>
            </a:r>
            <a:r>
              <a:rPr lang="en-US" sz="1600" dirty="0">
                <a:effectLst/>
                <a:latin typeface="Segoe UI Variable Small" pitchFamily="2" charset="0"/>
                <a:ea typeface="Times New Roman" panose="02020603050405020304" pitchFamily="18" charset="0"/>
              </a:rPr>
              <a:t> (NLP) </a:t>
            </a:r>
            <a:r>
              <a:rPr lang="en-US" sz="1600" dirty="0" err="1">
                <a:effectLst/>
                <a:latin typeface="Segoe UI Variable Small" pitchFamily="2" charset="0"/>
                <a:ea typeface="Times New Roman" panose="02020603050405020304" pitchFamily="18" charset="0"/>
              </a:rPr>
              <a:t>để</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lưu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trữ</a:t>
            </a:r>
            <a:r>
              <a:rPr lang="en-US" sz="1600" dirty="0">
                <a:effectLst/>
                <a:latin typeface="Segoe UI Variable Small" pitchFamily="2" charset="0"/>
                <a:ea typeface="Times New Roman" panose="02020603050405020304" pitchFamily="18" charset="0"/>
              </a:rPr>
              <a:t> </a:t>
            </a:r>
            <a:r>
              <a:rPr lang="vi-VN" sz="1600" dirty="0">
                <a:effectLst/>
                <a:latin typeface="Segoe UI Variable Small" pitchFamily="2" charset="0"/>
                <a:ea typeface="Times New Roman" panose="02020603050405020304" pitchFamily="18" charset="0"/>
              </a:rPr>
              <a:t>và </a:t>
            </a:r>
            <a:r>
              <a:rPr lang="en-US" sz="1600" dirty="0" err="1">
                <a:effectLst/>
                <a:latin typeface="Segoe UI Variable Small" pitchFamily="2" charset="0"/>
                <a:ea typeface="Times New Roman" panose="02020603050405020304" pitchFamily="18" charset="0"/>
              </a:rPr>
              <a:t>hiểu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được</a:t>
            </a:r>
            <a:r>
              <a:rPr lang="en-US" sz="1600" dirty="0">
                <a:effectLst/>
                <a:latin typeface="Segoe UI Variable Small" pitchFamily="2" charset="0"/>
                <a:ea typeface="Times New Roman" panose="02020603050405020304" pitchFamily="18" charset="0"/>
              </a:rPr>
              <a:t> </a:t>
            </a:r>
            <a:r>
              <a:rPr lang="vi-VN" sz="1600" dirty="0">
                <a:effectLst/>
                <a:latin typeface="Segoe UI Variable Small" pitchFamily="2" charset="0"/>
                <a:ea typeface="Times New Roman" panose="02020603050405020304" pitchFamily="18" charset="0"/>
              </a:rPr>
              <a:t>nộ</a:t>
            </a:r>
            <a:r>
              <a:rPr lang="en-US" sz="1600" dirty="0" err="1">
                <a:effectLst/>
                <a:latin typeface="Segoe UI Variable Small" pitchFamily="2" charset="0"/>
                <a:ea typeface="Times New Roman" panose="02020603050405020304" pitchFamily="18" charset="0"/>
              </a:rPr>
              <a:t>i</a:t>
            </a:r>
            <a:r>
              <a:rPr lang="en-US" sz="1600" dirty="0">
                <a:effectLst/>
                <a:latin typeface="Segoe UI Variable Small" pitchFamily="2" charset="0"/>
                <a:ea typeface="Times New Roman" panose="02020603050405020304" pitchFamily="18" charset="0"/>
              </a:rPr>
              <a:t> dung </a:t>
            </a:r>
            <a:r>
              <a:rPr lang="en-US" sz="1600" dirty="0" err="1">
                <a:effectLst/>
                <a:latin typeface="Segoe UI Variable Small" pitchFamily="2" charset="0"/>
                <a:ea typeface="Times New Roman" panose="02020603050405020304" pitchFamily="18" charset="0"/>
              </a:rPr>
              <a:t>của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văn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bản</a:t>
            </a:r>
            <a:endParaRPr lang="vi-VN" sz="1600" dirty="0">
              <a:effectLst/>
              <a:latin typeface="Segoe UI Variable Small" pitchFamily="2" charset="0"/>
              <a:ea typeface="Times New Roman" panose="02020603050405020304" pitchFamily="18" charset="0"/>
            </a:endParaRPr>
          </a:p>
          <a:p>
            <a:pPr marL="285750" lvl="0" indent="-285750" algn="l" rtl="0">
              <a:spcBef>
                <a:spcPts val="0"/>
              </a:spcBef>
              <a:spcAft>
                <a:spcPts val="0"/>
              </a:spcAft>
              <a:buSzPct val="88000"/>
              <a:buFont typeface="Arial" panose="020B0604020202020204" pitchFamily="34" charset="0"/>
              <a:buChar char="•"/>
            </a:pPr>
            <a:r>
              <a:rPr lang="vi-VN" sz="1600" dirty="0">
                <a:latin typeface="Segoe UI Variable Small" pitchFamily="2" charset="0"/>
                <a:ea typeface="Times New Roman" panose="02020603050405020304" pitchFamily="18" charset="0"/>
              </a:rPr>
              <a:t>Giúp </a:t>
            </a:r>
            <a:r>
              <a:rPr lang="en-US" sz="1600" dirty="0" err="1">
                <a:effectLst/>
                <a:latin typeface="Segoe UI Variable Small" pitchFamily="2" charset="0"/>
                <a:ea typeface="Times New Roman" panose="02020603050405020304" pitchFamily="18" charset="0"/>
              </a:rPr>
              <a:t>người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dùng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tóm</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tắt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nhanh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các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tài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liệu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dài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và</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thực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hiện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cứu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theo</a:t>
            </a:r>
            <a:r>
              <a:rPr lang="vi-VN" sz="1600" dirty="0">
                <a:effectLst/>
                <a:latin typeface="Segoe UI Variable Small" pitchFamily="2" charset="0"/>
                <a:ea typeface="Times New Roman" panose="02020603050405020304" pitchFamily="18" charset="0"/>
              </a:rPr>
              <a:t> ngữ</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nghĩa</a:t>
            </a:r>
            <a:r>
              <a:rPr lang="vi-VN" sz="1600" dirty="0">
                <a:effectLst/>
                <a:latin typeface="Segoe UI Variable Small" pitchFamily="2" charset="0"/>
                <a:ea typeface="Times New Roman" panose="02020603050405020304" pitchFamily="18" charset="0"/>
              </a:rPr>
              <a:t> tự nhiên</a:t>
            </a:r>
          </a:p>
          <a:p>
            <a:pPr marL="285750" lvl="0" indent="-285750" algn="l" rtl="0">
              <a:spcBef>
                <a:spcPts val="0"/>
              </a:spcBef>
              <a:spcAft>
                <a:spcPts val="0"/>
              </a:spcAft>
              <a:buSzPct val="88000"/>
              <a:buFont typeface="Arial" panose="020B0604020202020204" pitchFamily="34" charset="0"/>
              <a:buChar char="•"/>
            </a:pPr>
            <a:r>
              <a:rPr lang="vi-VN" sz="1600" dirty="0">
                <a:latin typeface="Segoe UI Variable Small" pitchFamily="2" charset="0"/>
                <a:ea typeface="Times New Roman" panose="02020603050405020304" pitchFamily="18" charset="0"/>
              </a:rPr>
              <a:t>N</a:t>
            </a:r>
            <a:r>
              <a:rPr lang="en-US" sz="1600" dirty="0" err="1">
                <a:effectLst/>
                <a:latin typeface="Segoe UI Variable Small" pitchFamily="2" charset="0"/>
                <a:ea typeface="Times New Roman" panose="02020603050405020304" pitchFamily="18" charset="0"/>
              </a:rPr>
              <a:t>âng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cao</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đáng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kể</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hiệu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quả</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làm</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việc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và</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bảo</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mật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thông</a:t>
            </a:r>
            <a:r>
              <a:rPr lang="en-US" sz="1600" dirty="0">
                <a:effectLst/>
                <a:latin typeface="Segoe UI Variable Small" pitchFamily="2" charset="0"/>
                <a:ea typeface="Times New Roman" panose="02020603050405020304" pitchFamily="18" charset="0"/>
              </a:rPr>
              <a:t> tin </a:t>
            </a:r>
            <a:r>
              <a:rPr lang="en-US" sz="1600" dirty="0" err="1">
                <a:effectLst/>
                <a:latin typeface="Segoe UI Variable Small" pitchFamily="2" charset="0"/>
                <a:ea typeface="Times New Roman" panose="02020603050405020304" pitchFamily="18" charset="0"/>
              </a:rPr>
              <a:t>nội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bộ</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của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doanh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nghiệp</a:t>
            </a:r>
            <a:r>
              <a:rPr lang="en-US" sz="1600" dirty="0">
                <a:effectLst/>
                <a:latin typeface="Segoe UI Variable Small" pitchFamily="2" charset="0"/>
                <a:ea typeface="Times New Roman" panose="02020603050405020304" pitchFamily="18" charset="0"/>
              </a:rPr>
              <a:t>.</a:t>
            </a:r>
            <a:endParaRPr sz="1200" dirty="0">
              <a:latin typeface="Segoe UI Variable Small" pitchFamily="2" charset="0"/>
            </a:endParaRPr>
          </a:p>
        </p:txBody>
      </p:sp>
      <p:cxnSp>
        <p:nvCxnSpPr>
          <p:cNvPr id="9" name="Straight Connector 8">
            <a:extLst>
              <a:ext uri="{FF2B5EF4-FFF2-40B4-BE49-F238E27FC236}">
                <a16:creationId xmlns:a16="http://schemas.microsoft.com/office/drawing/2014/main" id="{182BAA67-0B1D-FCA3-2CF2-F5F2DBDF336C}"/>
              </a:ext>
            </a:extLst>
          </p:cNvPr>
          <p:cNvCxnSpPr>
            <a:cxnSpLocks/>
          </p:cNvCxnSpPr>
          <p:nvPr/>
        </p:nvCxnSpPr>
        <p:spPr>
          <a:xfrm>
            <a:off x="539840" y="1240749"/>
            <a:ext cx="3429994"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C65A4F4-8014-E86C-7392-5BE437D4C617}"/>
              </a:ext>
            </a:extLst>
          </p:cNvPr>
          <p:cNvPicPr>
            <a:picLocks noChangeAspect="1"/>
          </p:cNvPicPr>
          <p:nvPr/>
        </p:nvPicPr>
        <p:blipFill>
          <a:blip r:embed="rId3"/>
          <a:stretch>
            <a:fillRect/>
          </a:stretch>
        </p:blipFill>
        <p:spPr>
          <a:xfrm>
            <a:off x="89210" y="-149125"/>
            <a:ext cx="905398" cy="9053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 grpId="0"/>
      <p:bldP spid="60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ubtitle 3">
            <a:extLst>
              <a:ext uri="{FF2B5EF4-FFF2-40B4-BE49-F238E27FC236}">
                <a16:creationId xmlns:a16="http://schemas.microsoft.com/office/drawing/2014/main" id="{790768B4-B2E3-8C54-8C15-ADFA27201EA2}"/>
              </a:ext>
            </a:extLst>
          </p:cNvPr>
          <p:cNvSpPr txBox="1">
            <a:spLocks/>
          </p:cNvSpPr>
          <p:nvPr/>
        </p:nvSpPr>
        <p:spPr>
          <a:xfrm>
            <a:off x="5780377" y="1490043"/>
            <a:ext cx="1966004" cy="3657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dk1"/>
              </a:buClr>
              <a:buSzPts val="1400"/>
              <a:buFont typeface="Lato"/>
              <a:buNone/>
              <a:defRPr sz="1600" b="0" i="0" u="none" strike="noStrike" cap="none">
                <a:solidFill>
                  <a:schemeClr val="accent5"/>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algn="l"/>
            <a:r>
              <a:rPr lang="vi-VN" dirty="0">
                <a:latin typeface="Segoe UI Semibold" panose="020B0702040204020203" pitchFamily="34" charset="0"/>
                <a:cs typeface="Segoe UI Semibold" panose="020B0702040204020203" pitchFamily="34" charset="0"/>
              </a:rPr>
              <a:t>Mục </a:t>
            </a:r>
            <a:r>
              <a:rPr lang="vi-VN">
                <a:latin typeface="Segoe UI Semibold" panose="020B0702040204020203" pitchFamily="34" charset="0"/>
                <a:cs typeface="Segoe UI Semibold" panose="020B0702040204020203" pitchFamily="34" charset="0"/>
              </a:rPr>
              <a:t>tiêu cụ thể</a:t>
            </a:r>
            <a:endParaRPr lang="en-US" dirty="0">
              <a:latin typeface="Segoe UI Semibold" panose="020B0702040204020203" pitchFamily="34" charset="0"/>
              <a:cs typeface="Segoe UI Semibold" panose="020B0702040204020203" pitchFamily="34" charset="0"/>
            </a:endParaRPr>
          </a:p>
        </p:txBody>
      </p:sp>
      <p:sp>
        <p:nvSpPr>
          <p:cNvPr id="19" name="Subtitle 3">
            <a:extLst>
              <a:ext uri="{FF2B5EF4-FFF2-40B4-BE49-F238E27FC236}">
                <a16:creationId xmlns:a16="http://schemas.microsoft.com/office/drawing/2014/main" id="{1B130763-B127-F79D-5F2B-D8B215566C45}"/>
              </a:ext>
            </a:extLst>
          </p:cNvPr>
          <p:cNvSpPr txBox="1">
            <a:spLocks/>
          </p:cNvSpPr>
          <p:nvPr/>
        </p:nvSpPr>
        <p:spPr>
          <a:xfrm>
            <a:off x="5780553" y="1057780"/>
            <a:ext cx="1973262" cy="3657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15000"/>
              </a:lnSpc>
              <a:spcBef>
                <a:spcPts val="0"/>
              </a:spcBef>
              <a:spcAft>
                <a:spcPts val="0"/>
              </a:spcAft>
              <a:buClr>
                <a:schemeClr val="dk1"/>
              </a:buClr>
              <a:buSzPts val="1400"/>
              <a:buFont typeface="Lato"/>
              <a:buNone/>
              <a:defRPr sz="1600" b="0" i="0" u="none" strike="noStrike" cap="none">
                <a:solidFill>
                  <a:schemeClr val="accent5"/>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algn="l"/>
            <a:r>
              <a:rPr lang="vi-VN" dirty="0">
                <a:latin typeface="Segoe UI Semibold" panose="020B0702040204020203" pitchFamily="34" charset="0"/>
                <a:cs typeface="Segoe UI Semibold" panose="020B0702040204020203" pitchFamily="34" charset="0"/>
              </a:rPr>
              <a:t>Mục tiêu chính</a:t>
            </a:r>
            <a:endParaRPr lang="en-US" dirty="0">
              <a:latin typeface="Segoe UI Semibold" panose="020B07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7DCDEF70-F036-8DCC-733D-C5A144006E05}"/>
              </a:ext>
            </a:extLst>
          </p:cNvPr>
          <p:cNvSpPr>
            <a:spLocks noGrp="1"/>
          </p:cNvSpPr>
          <p:nvPr>
            <p:ph type="title"/>
          </p:nvPr>
        </p:nvSpPr>
        <p:spPr>
          <a:xfrm>
            <a:off x="407187" y="1964879"/>
            <a:ext cx="4356412" cy="1230875"/>
          </a:xfrm>
        </p:spPr>
        <p:txBody>
          <a:bodyPr/>
          <a:lstStyle/>
          <a:p>
            <a:r>
              <a:rPr lang="vi-VN" sz="3200" dirty="0">
                <a:latin typeface="Segoe UI Semibold" panose="020B0702040204020203" pitchFamily="34" charset="0"/>
                <a:cs typeface="Segoe UI Semibold" panose="020B0702040204020203" pitchFamily="34" charset="0"/>
              </a:rPr>
              <a:t>Mục tiêu của </a:t>
            </a:r>
            <a:r>
              <a:rPr lang="vi-VN" sz="3200">
                <a:latin typeface="Segoe UI Semibold" panose="020B0702040204020203" pitchFamily="34" charset="0"/>
                <a:cs typeface="Segoe UI Semibold" panose="020B0702040204020203" pitchFamily="34" charset="0"/>
              </a:rPr>
              <a:t>đề tài và công nghệ sử dụng</a:t>
            </a:r>
            <a:endParaRPr lang="en-US" sz="3200" dirty="0">
              <a:latin typeface="Segoe UI Semibold" panose="020B0702040204020203" pitchFamily="34" charset="0"/>
              <a:cs typeface="Segoe UI Semibold" panose="020B0702040204020203" pitchFamily="34" charset="0"/>
            </a:endParaRPr>
          </a:p>
        </p:txBody>
      </p:sp>
      <p:sp>
        <p:nvSpPr>
          <p:cNvPr id="3" name="Title 2">
            <a:extLst>
              <a:ext uri="{FF2B5EF4-FFF2-40B4-BE49-F238E27FC236}">
                <a16:creationId xmlns:a16="http://schemas.microsoft.com/office/drawing/2014/main" id="{042C1AB3-0AFA-C0AF-CB0F-ACD67AF5CDCA}"/>
              </a:ext>
            </a:extLst>
          </p:cNvPr>
          <p:cNvSpPr>
            <a:spLocks noGrp="1"/>
          </p:cNvSpPr>
          <p:nvPr>
            <p:ph type="title" idx="2"/>
          </p:nvPr>
        </p:nvSpPr>
        <p:spPr/>
        <p:txBody>
          <a:bodyPr/>
          <a:lstStyle/>
          <a:p>
            <a:r>
              <a:rPr lang="vi-VN" dirty="0"/>
              <a:t>02</a:t>
            </a:r>
            <a:endParaRPr lang="en-US" dirty="0"/>
          </a:p>
        </p:txBody>
      </p:sp>
      <p:sp>
        <p:nvSpPr>
          <p:cNvPr id="4" name="Subtitle 3">
            <a:extLst>
              <a:ext uri="{FF2B5EF4-FFF2-40B4-BE49-F238E27FC236}">
                <a16:creationId xmlns:a16="http://schemas.microsoft.com/office/drawing/2014/main" id="{1856C08C-3988-EDFD-11EA-2B37C90BE8AE}"/>
              </a:ext>
            </a:extLst>
          </p:cNvPr>
          <p:cNvSpPr>
            <a:spLocks noGrp="1"/>
          </p:cNvSpPr>
          <p:nvPr>
            <p:ph type="subTitle" idx="1"/>
          </p:nvPr>
        </p:nvSpPr>
        <p:spPr/>
        <p:txBody>
          <a:bodyPr/>
          <a:lstStyle/>
          <a:p>
            <a:r>
              <a:rPr lang="vi-VN" dirty="0"/>
              <a:t>Nhóm</a:t>
            </a:r>
            <a:r>
              <a:rPr lang="vi-VN" sz="1800" dirty="0">
                <a:latin typeface="Segoe UI Variable Small" pitchFamily="2" charset="0"/>
                <a:ea typeface="Segoe UI Emoji" panose="020B0502040204020203" pitchFamily="34" charset="0"/>
                <a:cs typeface="Segoe UI Semibold" panose="020B0702040204020203" pitchFamily="34" charset="0"/>
              </a:rPr>
              <a:t> 5</a:t>
            </a:r>
            <a:endParaRPr lang="en-US" sz="1800" dirty="0">
              <a:latin typeface="Segoe UI Variable Small" pitchFamily="2" charset="0"/>
            </a:endParaRPr>
          </a:p>
        </p:txBody>
      </p:sp>
      <p:grpSp>
        <p:nvGrpSpPr>
          <p:cNvPr id="5" name="Google Shape;4605;p72">
            <a:extLst>
              <a:ext uri="{FF2B5EF4-FFF2-40B4-BE49-F238E27FC236}">
                <a16:creationId xmlns:a16="http://schemas.microsoft.com/office/drawing/2014/main" id="{AE43F86C-E988-039A-9BB8-8A1A147D8B41}"/>
              </a:ext>
            </a:extLst>
          </p:cNvPr>
          <p:cNvGrpSpPr/>
          <p:nvPr/>
        </p:nvGrpSpPr>
        <p:grpSpPr>
          <a:xfrm>
            <a:off x="4572000" y="1057187"/>
            <a:ext cx="1262932" cy="785408"/>
            <a:chOff x="548861" y="389676"/>
            <a:chExt cx="3843371" cy="2390163"/>
          </a:xfrm>
          <a:solidFill>
            <a:schemeClr val="bg1">
              <a:lumMod val="75000"/>
            </a:schemeClr>
          </a:solidFill>
        </p:grpSpPr>
        <p:cxnSp>
          <p:nvCxnSpPr>
            <p:cNvPr id="6" name="Google Shape;4606;p72">
              <a:extLst>
                <a:ext uri="{FF2B5EF4-FFF2-40B4-BE49-F238E27FC236}">
                  <a16:creationId xmlns:a16="http://schemas.microsoft.com/office/drawing/2014/main" id="{E8AF472D-B252-AE66-1561-E214D7FE7FE7}"/>
                </a:ext>
              </a:extLst>
            </p:cNvPr>
            <p:cNvCxnSpPr/>
            <p:nvPr/>
          </p:nvCxnSpPr>
          <p:spPr>
            <a:xfrm rot="10800000" flipH="1">
              <a:off x="3486925" y="1918250"/>
              <a:ext cx="742200" cy="6903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cxnSp>
          <p:nvCxnSpPr>
            <p:cNvPr id="7" name="Google Shape;4607;p72">
              <a:extLst>
                <a:ext uri="{FF2B5EF4-FFF2-40B4-BE49-F238E27FC236}">
                  <a16:creationId xmlns:a16="http://schemas.microsoft.com/office/drawing/2014/main" id="{4093934C-23B8-D212-BB48-677F23FB65C2}"/>
                </a:ext>
              </a:extLst>
            </p:cNvPr>
            <p:cNvCxnSpPr/>
            <p:nvPr/>
          </p:nvCxnSpPr>
          <p:spPr>
            <a:xfrm rot="-5400000" flipH="1">
              <a:off x="3486925" y="577350"/>
              <a:ext cx="650100" cy="6501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cxnSp>
          <p:nvCxnSpPr>
            <p:cNvPr id="8" name="Google Shape;4608;p72">
              <a:extLst>
                <a:ext uri="{FF2B5EF4-FFF2-40B4-BE49-F238E27FC236}">
                  <a16:creationId xmlns:a16="http://schemas.microsoft.com/office/drawing/2014/main" id="{CB92783E-7BB0-7B15-49AB-8C1C0778A6D4}"/>
                </a:ext>
              </a:extLst>
            </p:cNvPr>
            <p:cNvCxnSpPr/>
            <p:nvPr/>
          </p:nvCxnSpPr>
          <p:spPr>
            <a:xfrm>
              <a:off x="2725450" y="576000"/>
              <a:ext cx="1410600" cy="18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cxnSp>
          <p:nvCxnSpPr>
            <p:cNvPr id="9" name="Google Shape;4609;p72">
              <a:extLst>
                <a:ext uri="{FF2B5EF4-FFF2-40B4-BE49-F238E27FC236}">
                  <a16:creationId xmlns:a16="http://schemas.microsoft.com/office/drawing/2014/main" id="{FFF31DF0-B472-A808-5128-78D1E0CC93C2}"/>
                </a:ext>
              </a:extLst>
            </p:cNvPr>
            <p:cNvCxnSpPr/>
            <p:nvPr/>
          </p:nvCxnSpPr>
          <p:spPr>
            <a:xfrm rot="10800000" flipH="1">
              <a:off x="756500" y="577975"/>
              <a:ext cx="1705500" cy="10491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cxnSp>
          <p:nvCxnSpPr>
            <p:cNvPr id="10" name="Google Shape;4610;p72">
              <a:extLst>
                <a:ext uri="{FF2B5EF4-FFF2-40B4-BE49-F238E27FC236}">
                  <a16:creationId xmlns:a16="http://schemas.microsoft.com/office/drawing/2014/main" id="{333CBC7F-C451-2FA0-9179-EB02715787E5}"/>
                </a:ext>
              </a:extLst>
            </p:cNvPr>
            <p:cNvCxnSpPr/>
            <p:nvPr/>
          </p:nvCxnSpPr>
          <p:spPr>
            <a:xfrm>
              <a:off x="760067" y="1625791"/>
              <a:ext cx="1689000" cy="9741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sp>
          <p:nvSpPr>
            <p:cNvPr id="11" name="Google Shape;4611;p72">
              <a:extLst>
                <a:ext uri="{FF2B5EF4-FFF2-40B4-BE49-F238E27FC236}">
                  <a16:creationId xmlns:a16="http://schemas.microsoft.com/office/drawing/2014/main" id="{B76E7EE2-21D6-8B0B-F2AF-89DC59E8B91A}"/>
                </a:ext>
              </a:extLst>
            </p:cNvPr>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cxnSp>
          <p:nvCxnSpPr>
            <p:cNvPr id="12" name="Google Shape;4612;p72">
              <a:extLst>
                <a:ext uri="{FF2B5EF4-FFF2-40B4-BE49-F238E27FC236}">
                  <a16:creationId xmlns:a16="http://schemas.microsoft.com/office/drawing/2014/main" id="{F55BE15E-7C31-1022-A39C-5893427DBC01}"/>
                </a:ext>
              </a:extLst>
            </p:cNvPr>
            <p:cNvCxnSpPr/>
            <p:nvPr/>
          </p:nvCxnSpPr>
          <p:spPr>
            <a:xfrm>
              <a:off x="2725450" y="2609025"/>
              <a:ext cx="1416000" cy="1800"/>
            </a:xfrm>
            <a:prstGeom prst="bentConnector3">
              <a:avLst>
                <a:gd name="adj1" fmla="val 50000"/>
              </a:avLst>
            </a:prstGeom>
            <a:grpFill/>
            <a:ln>
              <a:solidFill>
                <a:schemeClr val="tx2"/>
              </a:solidFill>
              <a:headEnd type="none" w="med" len="med"/>
              <a:tailEnd type="none" w="med" len="med"/>
            </a:ln>
          </p:spPr>
          <p:style>
            <a:lnRef idx="2">
              <a:schemeClr val="accent1"/>
            </a:lnRef>
            <a:fillRef idx="1">
              <a:schemeClr val="lt1"/>
            </a:fillRef>
            <a:effectRef idx="0">
              <a:schemeClr val="accent1"/>
            </a:effectRef>
            <a:fontRef idx="minor">
              <a:schemeClr val="dk1"/>
            </a:fontRef>
          </p:style>
        </p:cxnSp>
        <p:sp>
          <p:nvSpPr>
            <p:cNvPr id="13" name="Google Shape;4613;p72">
              <a:extLst>
                <a:ext uri="{FF2B5EF4-FFF2-40B4-BE49-F238E27FC236}">
                  <a16:creationId xmlns:a16="http://schemas.microsoft.com/office/drawing/2014/main" id="{7673D786-E02F-8F3C-A860-D6D92A66BEAB}"/>
                </a:ext>
              </a:extLst>
            </p:cNvPr>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4" name="Google Shape;4614;p72">
              <a:extLst>
                <a:ext uri="{FF2B5EF4-FFF2-40B4-BE49-F238E27FC236}">
                  <a16:creationId xmlns:a16="http://schemas.microsoft.com/office/drawing/2014/main" id="{01D3198F-DDE4-1A7A-7296-78DC641E8BF6}"/>
                </a:ext>
              </a:extLst>
            </p:cNvPr>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5" name="Google Shape;4615;p72">
              <a:extLst>
                <a:ext uri="{FF2B5EF4-FFF2-40B4-BE49-F238E27FC236}">
                  <a16:creationId xmlns:a16="http://schemas.microsoft.com/office/drawing/2014/main" id="{F14E3487-7740-70E3-980A-663FADAED088}"/>
                </a:ext>
              </a:extLst>
            </p:cNvPr>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6" name="Google Shape;4616;p72">
              <a:extLst>
                <a:ext uri="{FF2B5EF4-FFF2-40B4-BE49-F238E27FC236}">
                  <a16:creationId xmlns:a16="http://schemas.microsoft.com/office/drawing/2014/main" id="{5E4799AA-03E8-21A5-5297-45918266C8F5}"/>
                </a:ext>
              </a:extLst>
            </p:cNvPr>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7" name="Google Shape;4617;p72">
              <a:extLst>
                <a:ext uri="{FF2B5EF4-FFF2-40B4-BE49-F238E27FC236}">
                  <a16:creationId xmlns:a16="http://schemas.microsoft.com/office/drawing/2014/main" id="{D5A6BE65-094E-FF47-3424-59DE73803267}"/>
                </a:ext>
              </a:extLst>
            </p:cNvPr>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8" name="Google Shape;4618;p72">
              <a:extLst>
                <a:ext uri="{FF2B5EF4-FFF2-40B4-BE49-F238E27FC236}">
                  <a16:creationId xmlns:a16="http://schemas.microsoft.com/office/drawing/2014/main" id="{F37B2848-E482-0D54-6DA1-163D32068A83}"/>
                </a:ext>
              </a:extLst>
            </p:cNvPr>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grpFill/>
            <a:ln>
              <a:solidFill>
                <a:schemeClr val="tx2"/>
              </a:solidFill>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grpSp>
      <p:grpSp>
        <p:nvGrpSpPr>
          <p:cNvPr id="37" name="Google Shape;533;p39">
            <a:extLst>
              <a:ext uri="{FF2B5EF4-FFF2-40B4-BE49-F238E27FC236}">
                <a16:creationId xmlns:a16="http://schemas.microsoft.com/office/drawing/2014/main" id="{A3BBBE92-C3DF-292F-36EE-D82DA79B1981}"/>
              </a:ext>
            </a:extLst>
          </p:cNvPr>
          <p:cNvGrpSpPr/>
          <p:nvPr/>
        </p:nvGrpSpPr>
        <p:grpSpPr>
          <a:xfrm>
            <a:off x="5518988" y="2082739"/>
            <a:ext cx="2854173" cy="2794752"/>
            <a:chOff x="5824825" y="1527650"/>
            <a:chExt cx="2854173" cy="2794752"/>
          </a:xfrm>
        </p:grpSpPr>
        <p:sp>
          <p:nvSpPr>
            <p:cNvPr id="38" name="Google Shape;534;p39">
              <a:extLst>
                <a:ext uri="{FF2B5EF4-FFF2-40B4-BE49-F238E27FC236}">
                  <a16:creationId xmlns:a16="http://schemas.microsoft.com/office/drawing/2014/main" id="{6D6542E6-CBBF-69A8-6D3B-37BE486B5B15}"/>
                </a:ext>
              </a:extLst>
            </p:cNvPr>
            <p:cNvSpPr/>
            <p:nvPr/>
          </p:nvSpPr>
          <p:spPr>
            <a:xfrm>
              <a:off x="6851449" y="4087375"/>
              <a:ext cx="681552" cy="126175"/>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35;p39">
              <a:extLst>
                <a:ext uri="{FF2B5EF4-FFF2-40B4-BE49-F238E27FC236}">
                  <a16:creationId xmlns:a16="http://schemas.microsoft.com/office/drawing/2014/main" id="{C6F7FA84-5737-9E07-82E2-5367DDA6B885}"/>
                </a:ext>
              </a:extLst>
            </p:cNvPr>
            <p:cNvSpPr/>
            <p:nvPr/>
          </p:nvSpPr>
          <p:spPr>
            <a:xfrm>
              <a:off x="7477175" y="4122900"/>
              <a:ext cx="1157331" cy="199500"/>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36;p39">
              <a:extLst>
                <a:ext uri="{FF2B5EF4-FFF2-40B4-BE49-F238E27FC236}">
                  <a16:creationId xmlns:a16="http://schemas.microsoft.com/office/drawing/2014/main" id="{C6F74C2B-805B-0B37-55CA-454F1B02E79E}"/>
                </a:ext>
              </a:extLst>
            </p:cNvPr>
            <p:cNvSpPr/>
            <p:nvPr/>
          </p:nvSpPr>
          <p:spPr>
            <a:xfrm>
              <a:off x="5974449" y="4087375"/>
              <a:ext cx="681552" cy="126175"/>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537;p39">
              <a:extLst>
                <a:ext uri="{FF2B5EF4-FFF2-40B4-BE49-F238E27FC236}">
                  <a16:creationId xmlns:a16="http://schemas.microsoft.com/office/drawing/2014/main" id="{C419AA17-871E-0D22-2DAE-9CF53C859F23}"/>
                </a:ext>
              </a:extLst>
            </p:cNvPr>
            <p:cNvGrpSpPr/>
            <p:nvPr/>
          </p:nvGrpSpPr>
          <p:grpSpPr>
            <a:xfrm>
              <a:off x="5824825" y="1527650"/>
              <a:ext cx="2854173" cy="2794752"/>
              <a:chOff x="5824825" y="1527650"/>
              <a:chExt cx="2854173" cy="2794752"/>
            </a:xfrm>
          </p:grpSpPr>
          <p:sp>
            <p:nvSpPr>
              <p:cNvPr id="42" name="Google Shape;538;p39">
                <a:extLst>
                  <a:ext uri="{FF2B5EF4-FFF2-40B4-BE49-F238E27FC236}">
                    <a16:creationId xmlns:a16="http://schemas.microsoft.com/office/drawing/2014/main" id="{CFD9DCB4-39D7-0B66-45A9-468A82614EC7}"/>
                  </a:ext>
                </a:extLst>
              </p:cNvPr>
              <p:cNvSpPr/>
              <p:nvPr/>
            </p:nvSpPr>
            <p:spPr>
              <a:xfrm>
                <a:off x="6408134" y="1694871"/>
                <a:ext cx="256051" cy="259184"/>
              </a:xfrm>
              <a:custGeom>
                <a:avLst/>
                <a:gdLst/>
                <a:ahLst/>
                <a:cxnLst/>
                <a:rect l="l" t="t" r="r" b="b"/>
                <a:pathLst>
                  <a:path w="4168" h="4219" extrusionOk="0">
                    <a:moveTo>
                      <a:pt x="1" y="3482"/>
                    </a:moveTo>
                    <a:lnTo>
                      <a:pt x="2907" y="4219"/>
                    </a:lnTo>
                    <a:cubicBezTo>
                      <a:pt x="3143" y="3528"/>
                      <a:pt x="3592" y="2936"/>
                      <a:pt x="4167" y="2521"/>
                    </a:cubicBezTo>
                    <a:lnTo>
                      <a:pt x="2550" y="1"/>
                    </a:lnTo>
                    <a:cubicBezTo>
                      <a:pt x="1348" y="835"/>
                      <a:pt x="438" y="2061"/>
                      <a:pt x="1" y="348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9;p39">
                <a:extLst>
                  <a:ext uri="{FF2B5EF4-FFF2-40B4-BE49-F238E27FC236}">
                    <a16:creationId xmlns:a16="http://schemas.microsoft.com/office/drawing/2014/main" id="{02DC5961-16BE-EE2D-F6FE-80F045BDCBCE}"/>
                  </a:ext>
                </a:extLst>
              </p:cNvPr>
              <p:cNvSpPr/>
              <p:nvPr/>
            </p:nvSpPr>
            <p:spPr>
              <a:xfrm>
                <a:off x="6724577" y="1833832"/>
                <a:ext cx="467808" cy="591841"/>
              </a:xfrm>
              <a:custGeom>
                <a:avLst/>
                <a:gdLst/>
                <a:ahLst/>
                <a:cxnLst/>
                <a:rect l="l" t="t" r="r" b="b"/>
                <a:pathLst>
                  <a:path w="7615" h="9634" extrusionOk="0">
                    <a:moveTo>
                      <a:pt x="1094" y="9634"/>
                    </a:moveTo>
                    <a:cubicBezTo>
                      <a:pt x="4691" y="9634"/>
                      <a:pt x="7614" y="6705"/>
                      <a:pt x="7614" y="3114"/>
                    </a:cubicBezTo>
                    <a:cubicBezTo>
                      <a:pt x="7614" y="1986"/>
                      <a:pt x="7326" y="927"/>
                      <a:pt x="6820" y="0"/>
                    </a:cubicBezTo>
                    <a:lnTo>
                      <a:pt x="4259" y="1560"/>
                    </a:lnTo>
                    <a:cubicBezTo>
                      <a:pt x="4489" y="2026"/>
                      <a:pt x="4622" y="2550"/>
                      <a:pt x="4622" y="3114"/>
                    </a:cubicBezTo>
                    <a:cubicBezTo>
                      <a:pt x="4622" y="5065"/>
                      <a:pt x="3039" y="6641"/>
                      <a:pt x="1094" y="6641"/>
                    </a:cubicBezTo>
                    <a:cubicBezTo>
                      <a:pt x="950" y="6641"/>
                      <a:pt x="806" y="6630"/>
                      <a:pt x="668" y="6613"/>
                    </a:cubicBezTo>
                    <a:lnTo>
                      <a:pt x="1" y="9536"/>
                    </a:lnTo>
                    <a:cubicBezTo>
                      <a:pt x="352" y="9594"/>
                      <a:pt x="720" y="9634"/>
                      <a:pt x="1094" y="9634"/>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40;p39">
                <a:extLst>
                  <a:ext uri="{FF2B5EF4-FFF2-40B4-BE49-F238E27FC236}">
                    <a16:creationId xmlns:a16="http://schemas.microsoft.com/office/drawing/2014/main" id="{4283209C-8D8B-FA3B-0587-8502E2F21919}"/>
                  </a:ext>
                </a:extLst>
              </p:cNvPr>
              <p:cNvSpPr/>
              <p:nvPr/>
            </p:nvSpPr>
            <p:spPr>
              <a:xfrm>
                <a:off x="6363964" y="1606469"/>
                <a:ext cx="853482" cy="853543"/>
              </a:xfrm>
              <a:custGeom>
                <a:avLst/>
                <a:gdLst/>
                <a:ahLst/>
                <a:cxnLst/>
                <a:rect l="l" t="t" r="r" b="b"/>
                <a:pathLst>
                  <a:path w="13893" h="13894" extrusionOk="0">
                    <a:moveTo>
                      <a:pt x="12264" y="6953"/>
                    </a:moveTo>
                    <a:cubicBezTo>
                      <a:pt x="12264" y="3966"/>
                      <a:pt x="9836" y="1537"/>
                      <a:pt x="6849" y="1537"/>
                    </a:cubicBezTo>
                    <a:cubicBezTo>
                      <a:pt x="3862" y="1537"/>
                      <a:pt x="1434" y="3966"/>
                      <a:pt x="1434" y="6953"/>
                    </a:cubicBezTo>
                    <a:cubicBezTo>
                      <a:pt x="1434" y="9940"/>
                      <a:pt x="3862" y="12368"/>
                      <a:pt x="6849" y="12368"/>
                    </a:cubicBezTo>
                    <a:cubicBezTo>
                      <a:pt x="9836" y="12368"/>
                      <a:pt x="12264" y="9940"/>
                      <a:pt x="12264" y="6953"/>
                    </a:cubicBezTo>
                    <a:close/>
                    <a:moveTo>
                      <a:pt x="1497" y="6953"/>
                    </a:moveTo>
                    <a:cubicBezTo>
                      <a:pt x="1497" y="4001"/>
                      <a:pt x="3902" y="1607"/>
                      <a:pt x="6843" y="1607"/>
                    </a:cubicBezTo>
                    <a:cubicBezTo>
                      <a:pt x="9790" y="1607"/>
                      <a:pt x="12189" y="4012"/>
                      <a:pt x="12189" y="6953"/>
                    </a:cubicBezTo>
                    <a:cubicBezTo>
                      <a:pt x="12189" y="9893"/>
                      <a:pt x="9784" y="12299"/>
                      <a:pt x="6843" y="12299"/>
                    </a:cubicBezTo>
                    <a:cubicBezTo>
                      <a:pt x="3902" y="12299"/>
                      <a:pt x="1497" y="9899"/>
                      <a:pt x="1497" y="6953"/>
                    </a:cubicBezTo>
                    <a:close/>
                    <a:moveTo>
                      <a:pt x="12914" y="7016"/>
                    </a:moveTo>
                    <a:lnTo>
                      <a:pt x="12914" y="6884"/>
                    </a:lnTo>
                    <a:lnTo>
                      <a:pt x="13893" y="6884"/>
                    </a:lnTo>
                    <a:lnTo>
                      <a:pt x="13893" y="7016"/>
                    </a:lnTo>
                    <a:close/>
                    <a:moveTo>
                      <a:pt x="979" y="6884"/>
                    </a:moveTo>
                    <a:lnTo>
                      <a:pt x="979" y="7016"/>
                    </a:lnTo>
                    <a:lnTo>
                      <a:pt x="1" y="7016"/>
                    </a:lnTo>
                    <a:lnTo>
                      <a:pt x="1" y="6884"/>
                    </a:lnTo>
                    <a:close/>
                    <a:moveTo>
                      <a:pt x="12886" y="6360"/>
                    </a:moveTo>
                    <a:lnTo>
                      <a:pt x="13858" y="6274"/>
                    </a:lnTo>
                    <a:lnTo>
                      <a:pt x="13870" y="6406"/>
                    </a:lnTo>
                    <a:lnTo>
                      <a:pt x="12897" y="6492"/>
                    </a:lnTo>
                    <a:close/>
                    <a:moveTo>
                      <a:pt x="1008" y="7534"/>
                    </a:moveTo>
                    <a:lnTo>
                      <a:pt x="35" y="7620"/>
                    </a:lnTo>
                    <a:lnTo>
                      <a:pt x="24" y="7488"/>
                    </a:lnTo>
                    <a:lnTo>
                      <a:pt x="996" y="7402"/>
                    </a:lnTo>
                    <a:close/>
                    <a:moveTo>
                      <a:pt x="12805" y="5854"/>
                    </a:moveTo>
                    <a:lnTo>
                      <a:pt x="13760" y="5681"/>
                    </a:lnTo>
                    <a:lnTo>
                      <a:pt x="13783" y="5808"/>
                    </a:lnTo>
                    <a:lnTo>
                      <a:pt x="12828" y="5980"/>
                    </a:lnTo>
                    <a:close/>
                    <a:moveTo>
                      <a:pt x="1083" y="8052"/>
                    </a:moveTo>
                    <a:lnTo>
                      <a:pt x="121" y="8225"/>
                    </a:lnTo>
                    <a:lnTo>
                      <a:pt x="104" y="8098"/>
                    </a:lnTo>
                    <a:lnTo>
                      <a:pt x="1059" y="7925"/>
                    </a:lnTo>
                    <a:close/>
                    <a:moveTo>
                      <a:pt x="12690" y="5341"/>
                    </a:moveTo>
                    <a:lnTo>
                      <a:pt x="13634" y="5088"/>
                    </a:lnTo>
                    <a:lnTo>
                      <a:pt x="13668" y="5221"/>
                    </a:lnTo>
                    <a:lnTo>
                      <a:pt x="12725" y="5468"/>
                    </a:lnTo>
                    <a:close/>
                    <a:moveTo>
                      <a:pt x="1198" y="8564"/>
                    </a:moveTo>
                    <a:lnTo>
                      <a:pt x="254" y="8817"/>
                    </a:lnTo>
                    <a:lnTo>
                      <a:pt x="219" y="8685"/>
                    </a:lnTo>
                    <a:lnTo>
                      <a:pt x="1157" y="8432"/>
                    </a:lnTo>
                    <a:close/>
                    <a:moveTo>
                      <a:pt x="12523" y="4852"/>
                    </a:moveTo>
                    <a:lnTo>
                      <a:pt x="13438" y="4518"/>
                    </a:lnTo>
                    <a:lnTo>
                      <a:pt x="13484" y="4645"/>
                    </a:lnTo>
                    <a:lnTo>
                      <a:pt x="12569" y="4973"/>
                    </a:lnTo>
                    <a:close/>
                    <a:moveTo>
                      <a:pt x="1359" y="9053"/>
                    </a:moveTo>
                    <a:lnTo>
                      <a:pt x="444" y="9381"/>
                    </a:lnTo>
                    <a:lnTo>
                      <a:pt x="403" y="9260"/>
                    </a:lnTo>
                    <a:lnTo>
                      <a:pt x="1318" y="8932"/>
                    </a:lnTo>
                    <a:close/>
                    <a:moveTo>
                      <a:pt x="12322" y="4369"/>
                    </a:moveTo>
                    <a:lnTo>
                      <a:pt x="13208" y="3960"/>
                    </a:lnTo>
                    <a:lnTo>
                      <a:pt x="13265" y="4081"/>
                    </a:lnTo>
                    <a:lnTo>
                      <a:pt x="12379" y="4490"/>
                    </a:lnTo>
                    <a:close/>
                    <a:moveTo>
                      <a:pt x="1560" y="9537"/>
                    </a:moveTo>
                    <a:lnTo>
                      <a:pt x="680" y="9945"/>
                    </a:lnTo>
                    <a:lnTo>
                      <a:pt x="622" y="9824"/>
                    </a:lnTo>
                    <a:lnTo>
                      <a:pt x="1503" y="9410"/>
                    </a:lnTo>
                    <a:close/>
                    <a:moveTo>
                      <a:pt x="12080" y="3908"/>
                    </a:moveTo>
                    <a:lnTo>
                      <a:pt x="12920" y="3419"/>
                    </a:lnTo>
                    <a:lnTo>
                      <a:pt x="12983" y="3534"/>
                    </a:lnTo>
                    <a:lnTo>
                      <a:pt x="12143" y="4024"/>
                    </a:lnTo>
                    <a:close/>
                    <a:moveTo>
                      <a:pt x="1808" y="9997"/>
                    </a:moveTo>
                    <a:lnTo>
                      <a:pt x="962" y="10486"/>
                    </a:lnTo>
                    <a:lnTo>
                      <a:pt x="898" y="10371"/>
                    </a:lnTo>
                    <a:lnTo>
                      <a:pt x="1744" y="9882"/>
                    </a:lnTo>
                    <a:close/>
                    <a:moveTo>
                      <a:pt x="11792" y="3477"/>
                    </a:moveTo>
                    <a:lnTo>
                      <a:pt x="12586" y="2919"/>
                    </a:lnTo>
                    <a:lnTo>
                      <a:pt x="12667" y="3022"/>
                    </a:lnTo>
                    <a:lnTo>
                      <a:pt x="11867" y="3586"/>
                    </a:lnTo>
                    <a:close/>
                    <a:moveTo>
                      <a:pt x="2095" y="10429"/>
                    </a:moveTo>
                    <a:lnTo>
                      <a:pt x="1295" y="10987"/>
                    </a:lnTo>
                    <a:lnTo>
                      <a:pt x="1215" y="10878"/>
                    </a:lnTo>
                    <a:lnTo>
                      <a:pt x="2015" y="10319"/>
                    </a:lnTo>
                    <a:close/>
                    <a:moveTo>
                      <a:pt x="11476" y="3068"/>
                    </a:moveTo>
                    <a:lnTo>
                      <a:pt x="12224" y="2441"/>
                    </a:lnTo>
                    <a:lnTo>
                      <a:pt x="12310" y="2545"/>
                    </a:lnTo>
                    <a:lnTo>
                      <a:pt x="11562" y="3166"/>
                    </a:lnTo>
                    <a:close/>
                    <a:moveTo>
                      <a:pt x="2418" y="10837"/>
                    </a:moveTo>
                    <a:lnTo>
                      <a:pt x="1669" y="11465"/>
                    </a:lnTo>
                    <a:lnTo>
                      <a:pt x="1583" y="11361"/>
                    </a:lnTo>
                    <a:lnTo>
                      <a:pt x="2331" y="10734"/>
                    </a:lnTo>
                    <a:close/>
                    <a:moveTo>
                      <a:pt x="11113" y="2688"/>
                    </a:moveTo>
                    <a:lnTo>
                      <a:pt x="11804" y="1998"/>
                    </a:lnTo>
                    <a:lnTo>
                      <a:pt x="11902" y="2090"/>
                    </a:lnTo>
                    <a:lnTo>
                      <a:pt x="11211" y="2781"/>
                    </a:lnTo>
                    <a:close/>
                    <a:moveTo>
                      <a:pt x="2769" y="11217"/>
                    </a:moveTo>
                    <a:lnTo>
                      <a:pt x="2078" y="11908"/>
                    </a:lnTo>
                    <a:lnTo>
                      <a:pt x="1986" y="11816"/>
                    </a:lnTo>
                    <a:lnTo>
                      <a:pt x="2677" y="11125"/>
                    </a:lnTo>
                    <a:close/>
                    <a:moveTo>
                      <a:pt x="10728" y="2343"/>
                    </a:moveTo>
                    <a:lnTo>
                      <a:pt x="11355" y="1595"/>
                    </a:lnTo>
                    <a:lnTo>
                      <a:pt x="11453" y="1676"/>
                    </a:lnTo>
                    <a:lnTo>
                      <a:pt x="10825" y="2424"/>
                    </a:lnTo>
                    <a:close/>
                    <a:moveTo>
                      <a:pt x="3160" y="11562"/>
                    </a:moveTo>
                    <a:lnTo>
                      <a:pt x="2533" y="12311"/>
                    </a:lnTo>
                    <a:lnTo>
                      <a:pt x="2429" y="12224"/>
                    </a:lnTo>
                    <a:lnTo>
                      <a:pt x="3056" y="11476"/>
                    </a:lnTo>
                    <a:close/>
                    <a:moveTo>
                      <a:pt x="10307" y="2027"/>
                    </a:moveTo>
                    <a:lnTo>
                      <a:pt x="10871" y="1227"/>
                    </a:lnTo>
                    <a:lnTo>
                      <a:pt x="10981" y="1307"/>
                    </a:lnTo>
                    <a:lnTo>
                      <a:pt x="10417" y="2101"/>
                    </a:lnTo>
                    <a:close/>
                    <a:moveTo>
                      <a:pt x="3574" y="11879"/>
                    </a:moveTo>
                    <a:lnTo>
                      <a:pt x="3016" y="12679"/>
                    </a:lnTo>
                    <a:lnTo>
                      <a:pt x="2907" y="12598"/>
                    </a:lnTo>
                    <a:lnTo>
                      <a:pt x="3471" y="11798"/>
                    </a:lnTo>
                    <a:close/>
                    <a:moveTo>
                      <a:pt x="9870" y="1750"/>
                    </a:moveTo>
                    <a:lnTo>
                      <a:pt x="10359" y="910"/>
                    </a:lnTo>
                    <a:lnTo>
                      <a:pt x="10474" y="974"/>
                    </a:lnTo>
                    <a:lnTo>
                      <a:pt x="9985" y="1814"/>
                    </a:lnTo>
                    <a:close/>
                    <a:moveTo>
                      <a:pt x="4017" y="12155"/>
                    </a:moveTo>
                    <a:lnTo>
                      <a:pt x="3528" y="12995"/>
                    </a:lnTo>
                    <a:lnTo>
                      <a:pt x="3413" y="12932"/>
                    </a:lnTo>
                    <a:lnTo>
                      <a:pt x="3902" y="12086"/>
                    </a:lnTo>
                    <a:close/>
                    <a:moveTo>
                      <a:pt x="9404" y="1514"/>
                    </a:moveTo>
                    <a:lnTo>
                      <a:pt x="9813" y="628"/>
                    </a:lnTo>
                    <a:lnTo>
                      <a:pt x="9933" y="686"/>
                    </a:lnTo>
                    <a:lnTo>
                      <a:pt x="9525" y="1572"/>
                    </a:lnTo>
                    <a:close/>
                    <a:moveTo>
                      <a:pt x="4484" y="12391"/>
                    </a:moveTo>
                    <a:lnTo>
                      <a:pt x="4075" y="13277"/>
                    </a:lnTo>
                    <a:lnTo>
                      <a:pt x="3948" y="13220"/>
                    </a:lnTo>
                    <a:lnTo>
                      <a:pt x="4363" y="12334"/>
                    </a:lnTo>
                    <a:close/>
                    <a:moveTo>
                      <a:pt x="8921" y="1319"/>
                    </a:moveTo>
                    <a:lnTo>
                      <a:pt x="9254" y="404"/>
                    </a:lnTo>
                    <a:lnTo>
                      <a:pt x="9375" y="450"/>
                    </a:lnTo>
                    <a:lnTo>
                      <a:pt x="9041" y="1365"/>
                    </a:lnTo>
                    <a:close/>
                    <a:moveTo>
                      <a:pt x="4967" y="12587"/>
                    </a:moveTo>
                    <a:lnTo>
                      <a:pt x="4633" y="13496"/>
                    </a:lnTo>
                    <a:lnTo>
                      <a:pt x="4512" y="13456"/>
                    </a:lnTo>
                    <a:lnTo>
                      <a:pt x="4840" y="12541"/>
                    </a:lnTo>
                    <a:close/>
                    <a:moveTo>
                      <a:pt x="8426" y="1169"/>
                    </a:moveTo>
                    <a:lnTo>
                      <a:pt x="8679" y="225"/>
                    </a:lnTo>
                    <a:lnTo>
                      <a:pt x="8805" y="260"/>
                    </a:lnTo>
                    <a:lnTo>
                      <a:pt x="8552" y="1204"/>
                    </a:lnTo>
                    <a:close/>
                    <a:moveTo>
                      <a:pt x="5462" y="12736"/>
                    </a:moveTo>
                    <a:lnTo>
                      <a:pt x="5209" y="13680"/>
                    </a:lnTo>
                    <a:lnTo>
                      <a:pt x="5082" y="13640"/>
                    </a:lnTo>
                    <a:lnTo>
                      <a:pt x="5330" y="12702"/>
                    </a:lnTo>
                    <a:close/>
                    <a:moveTo>
                      <a:pt x="7913" y="1060"/>
                    </a:moveTo>
                    <a:lnTo>
                      <a:pt x="8086" y="105"/>
                    </a:lnTo>
                    <a:lnTo>
                      <a:pt x="8218" y="128"/>
                    </a:lnTo>
                    <a:lnTo>
                      <a:pt x="8046" y="1083"/>
                    </a:lnTo>
                    <a:close/>
                    <a:moveTo>
                      <a:pt x="5974" y="12834"/>
                    </a:moveTo>
                    <a:lnTo>
                      <a:pt x="5801" y="13795"/>
                    </a:lnTo>
                    <a:lnTo>
                      <a:pt x="5669" y="13772"/>
                    </a:lnTo>
                    <a:lnTo>
                      <a:pt x="5842" y="12817"/>
                    </a:lnTo>
                    <a:close/>
                    <a:moveTo>
                      <a:pt x="7396" y="1002"/>
                    </a:moveTo>
                    <a:lnTo>
                      <a:pt x="7482" y="30"/>
                    </a:lnTo>
                    <a:lnTo>
                      <a:pt x="7614" y="47"/>
                    </a:lnTo>
                    <a:lnTo>
                      <a:pt x="7528" y="1020"/>
                    </a:lnTo>
                    <a:close/>
                    <a:moveTo>
                      <a:pt x="6492" y="12903"/>
                    </a:moveTo>
                    <a:lnTo>
                      <a:pt x="6406" y="13870"/>
                    </a:lnTo>
                    <a:lnTo>
                      <a:pt x="6273" y="13859"/>
                    </a:lnTo>
                    <a:lnTo>
                      <a:pt x="6360" y="12886"/>
                    </a:lnTo>
                    <a:close/>
                    <a:moveTo>
                      <a:pt x="6878" y="979"/>
                    </a:moveTo>
                    <a:lnTo>
                      <a:pt x="6878" y="1"/>
                    </a:lnTo>
                    <a:lnTo>
                      <a:pt x="7010" y="1"/>
                    </a:lnTo>
                    <a:lnTo>
                      <a:pt x="7010" y="979"/>
                    </a:lnTo>
                    <a:close/>
                    <a:moveTo>
                      <a:pt x="7010" y="13893"/>
                    </a:moveTo>
                    <a:lnTo>
                      <a:pt x="6878" y="13893"/>
                    </a:lnTo>
                    <a:lnTo>
                      <a:pt x="6878" y="12915"/>
                    </a:lnTo>
                    <a:lnTo>
                      <a:pt x="7010" y="12915"/>
                    </a:lnTo>
                    <a:close/>
                    <a:moveTo>
                      <a:pt x="6360" y="1008"/>
                    </a:moveTo>
                    <a:lnTo>
                      <a:pt x="6273" y="41"/>
                    </a:lnTo>
                    <a:lnTo>
                      <a:pt x="6400" y="24"/>
                    </a:lnTo>
                    <a:lnTo>
                      <a:pt x="6492" y="997"/>
                    </a:lnTo>
                    <a:close/>
                    <a:moveTo>
                      <a:pt x="7534" y="12886"/>
                    </a:moveTo>
                    <a:lnTo>
                      <a:pt x="7620" y="13859"/>
                    </a:lnTo>
                    <a:lnTo>
                      <a:pt x="7488" y="13870"/>
                    </a:lnTo>
                    <a:lnTo>
                      <a:pt x="7396" y="12903"/>
                    </a:lnTo>
                    <a:close/>
                    <a:moveTo>
                      <a:pt x="5842" y="1089"/>
                    </a:moveTo>
                    <a:lnTo>
                      <a:pt x="5669" y="133"/>
                    </a:lnTo>
                    <a:lnTo>
                      <a:pt x="5801" y="110"/>
                    </a:lnTo>
                    <a:lnTo>
                      <a:pt x="5974" y="1066"/>
                    </a:lnTo>
                    <a:close/>
                    <a:moveTo>
                      <a:pt x="8046" y="12817"/>
                    </a:moveTo>
                    <a:lnTo>
                      <a:pt x="8218" y="13772"/>
                    </a:lnTo>
                    <a:lnTo>
                      <a:pt x="8086" y="13795"/>
                    </a:lnTo>
                    <a:lnTo>
                      <a:pt x="7913" y="12834"/>
                    </a:lnTo>
                    <a:close/>
                    <a:moveTo>
                      <a:pt x="5330" y="1204"/>
                    </a:moveTo>
                    <a:lnTo>
                      <a:pt x="5082" y="260"/>
                    </a:lnTo>
                    <a:lnTo>
                      <a:pt x="5209" y="225"/>
                    </a:lnTo>
                    <a:lnTo>
                      <a:pt x="5462" y="1169"/>
                    </a:lnTo>
                    <a:close/>
                    <a:moveTo>
                      <a:pt x="8552" y="12702"/>
                    </a:moveTo>
                    <a:lnTo>
                      <a:pt x="8805" y="13640"/>
                    </a:lnTo>
                    <a:lnTo>
                      <a:pt x="8679" y="13680"/>
                    </a:lnTo>
                    <a:lnTo>
                      <a:pt x="8426" y="12736"/>
                    </a:lnTo>
                    <a:close/>
                    <a:moveTo>
                      <a:pt x="4840" y="1371"/>
                    </a:moveTo>
                    <a:lnTo>
                      <a:pt x="4512" y="456"/>
                    </a:lnTo>
                    <a:lnTo>
                      <a:pt x="4633" y="415"/>
                    </a:lnTo>
                    <a:lnTo>
                      <a:pt x="4967" y="1325"/>
                    </a:lnTo>
                    <a:close/>
                    <a:moveTo>
                      <a:pt x="9041" y="12535"/>
                    </a:moveTo>
                    <a:lnTo>
                      <a:pt x="9375" y="13450"/>
                    </a:lnTo>
                    <a:lnTo>
                      <a:pt x="9254" y="13490"/>
                    </a:lnTo>
                    <a:lnTo>
                      <a:pt x="8921" y="12575"/>
                    </a:lnTo>
                    <a:close/>
                    <a:moveTo>
                      <a:pt x="4363" y="1572"/>
                    </a:moveTo>
                    <a:lnTo>
                      <a:pt x="3948" y="686"/>
                    </a:lnTo>
                    <a:lnTo>
                      <a:pt x="4075" y="628"/>
                    </a:lnTo>
                    <a:lnTo>
                      <a:pt x="4484" y="1514"/>
                    </a:lnTo>
                    <a:close/>
                    <a:moveTo>
                      <a:pt x="9525" y="12334"/>
                    </a:moveTo>
                    <a:lnTo>
                      <a:pt x="9933" y="13220"/>
                    </a:lnTo>
                    <a:lnTo>
                      <a:pt x="9813" y="13277"/>
                    </a:lnTo>
                    <a:lnTo>
                      <a:pt x="9404" y="12391"/>
                    </a:lnTo>
                    <a:close/>
                    <a:moveTo>
                      <a:pt x="3902" y="1814"/>
                    </a:moveTo>
                    <a:lnTo>
                      <a:pt x="3413" y="974"/>
                    </a:lnTo>
                    <a:lnTo>
                      <a:pt x="3528" y="910"/>
                    </a:lnTo>
                    <a:lnTo>
                      <a:pt x="4017" y="1750"/>
                    </a:lnTo>
                    <a:close/>
                    <a:moveTo>
                      <a:pt x="9985" y="12086"/>
                    </a:moveTo>
                    <a:lnTo>
                      <a:pt x="10474" y="12932"/>
                    </a:lnTo>
                    <a:lnTo>
                      <a:pt x="10359" y="12995"/>
                    </a:lnTo>
                    <a:lnTo>
                      <a:pt x="9870" y="12155"/>
                    </a:lnTo>
                    <a:close/>
                    <a:moveTo>
                      <a:pt x="3471" y="2101"/>
                    </a:moveTo>
                    <a:lnTo>
                      <a:pt x="2907" y="1307"/>
                    </a:lnTo>
                    <a:lnTo>
                      <a:pt x="3016" y="1227"/>
                    </a:lnTo>
                    <a:lnTo>
                      <a:pt x="3574" y="2027"/>
                    </a:lnTo>
                    <a:close/>
                    <a:moveTo>
                      <a:pt x="10417" y="11798"/>
                    </a:moveTo>
                    <a:lnTo>
                      <a:pt x="10981" y="12598"/>
                    </a:lnTo>
                    <a:lnTo>
                      <a:pt x="10871" y="12679"/>
                    </a:lnTo>
                    <a:lnTo>
                      <a:pt x="10307" y="11879"/>
                    </a:lnTo>
                    <a:close/>
                    <a:moveTo>
                      <a:pt x="3056" y="2418"/>
                    </a:moveTo>
                    <a:lnTo>
                      <a:pt x="2435" y="1681"/>
                    </a:lnTo>
                    <a:lnTo>
                      <a:pt x="2533" y="1595"/>
                    </a:lnTo>
                    <a:lnTo>
                      <a:pt x="3160" y="2343"/>
                    </a:lnTo>
                    <a:close/>
                    <a:moveTo>
                      <a:pt x="10825" y="11476"/>
                    </a:moveTo>
                    <a:lnTo>
                      <a:pt x="11453" y="12224"/>
                    </a:lnTo>
                    <a:lnTo>
                      <a:pt x="11355" y="12311"/>
                    </a:lnTo>
                    <a:lnTo>
                      <a:pt x="10728" y="11562"/>
                    </a:lnTo>
                    <a:close/>
                    <a:moveTo>
                      <a:pt x="2677" y="2781"/>
                    </a:moveTo>
                    <a:lnTo>
                      <a:pt x="1986" y="2090"/>
                    </a:lnTo>
                    <a:lnTo>
                      <a:pt x="2078" y="1998"/>
                    </a:lnTo>
                    <a:lnTo>
                      <a:pt x="2769" y="2688"/>
                    </a:lnTo>
                    <a:close/>
                    <a:moveTo>
                      <a:pt x="11211" y="11125"/>
                    </a:moveTo>
                    <a:lnTo>
                      <a:pt x="11902" y="11816"/>
                    </a:lnTo>
                    <a:lnTo>
                      <a:pt x="11804" y="11908"/>
                    </a:lnTo>
                    <a:lnTo>
                      <a:pt x="11113" y="11217"/>
                    </a:lnTo>
                    <a:close/>
                    <a:moveTo>
                      <a:pt x="2331" y="3166"/>
                    </a:moveTo>
                    <a:lnTo>
                      <a:pt x="1583" y="2545"/>
                    </a:lnTo>
                    <a:lnTo>
                      <a:pt x="1669" y="2441"/>
                    </a:lnTo>
                    <a:lnTo>
                      <a:pt x="2418" y="3068"/>
                    </a:lnTo>
                    <a:close/>
                    <a:moveTo>
                      <a:pt x="11556" y="10734"/>
                    </a:moveTo>
                    <a:lnTo>
                      <a:pt x="12304" y="11361"/>
                    </a:lnTo>
                    <a:lnTo>
                      <a:pt x="12218" y="11459"/>
                    </a:lnTo>
                    <a:lnTo>
                      <a:pt x="11470" y="10837"/>
                    </a:lnTo>
                    <a:close/>
                    <a:moveTo>
                      <a:pt x="2015" y="3586"/>
                    </a:moveTo>
                    <a:lnTo>
                      <a:pt x="1215" y="3022"/>
                    </a:lnTo>
                    <a:lnTo>
                      <a:pt x="1295" y="2919"/>
                    </a:lnTo>
                    <a:lnTo>
                      <a:pt x="2095" y="3477"/>
                    </a:lnTo>
                    <a:close/>
                    <a:moveTo>
                      <a:pt x="11873" y="10319"/>
                    </a:moveTo>
                    <a:lnTo>
                      <a:pt x="12667" y="10878"/>
                    </a:lnTo>
                    <a:lnTo>
                      <a:pt x="12592" y="10987"/>
                    </a:lnTo>
                    <a:lnTo>
                      <a:pt x="11792" y="10429"/>
                    </a:lnTo>
                    <a:close/>
                    <a:moveTo>
                      <a:pt x="1744" y="4024"/>
                    </a:moveTo>
                    <a:lnTo>
                      <a:pt x="898" y="3534"/>
                    </a:lnTo>
                    <a:lnTo>
                      <a:pt x="967" y="3419"/>
                    </a:lnTo>
                    <a:lnTo>
                      <a:pt x="1808" y="3908"/>
                    </a:lnTo>
                    <a:close/>
                    <a:moveTo>
                      <a:pt x="12143" y="9882"/>
                    </a:moveTo>
                    <a:lnTo>
                      <a:pt x="12983" y="10371"/>
                    </a:lnTo>
                    <a:lnTo>
                      <a:pt x="12920" y="10486"/>
                    </a:lnTo>
                    <a:lnTo>
                      <a:pt x="12080" y="9997"/>
                    </a:lnTo>
                    <a:close/>
                    <a:moveTo>
                      <a:pt x="1560" y="4369"/>
                    </a:moveTo>
                    <a:lnTo>
                      <a:pt x="1503" y="4490"/>
                    </a:lnTo>
                    <a:lnTo>
                      <a:pt x="622" y="4081"/>
                    </a:lnTo>
                    <a:lnTo>
                      <a:pt x="680" y="3960"/>
                    </a:lnTo>
                    <a:close/>
                    <a:moveTo>
                      <a:pt x="12322" y="9537"/>
                    </a:moveTo>
                    <a:lnTo>
                      <a:pt x="12379" y="9410"/>
                    </a:lnTo>
                    <a:lnTo>
                      <a:pt x="13265" y="9824"/>
                    </a:lnTo>
                    <a:lnTo>
                      <a:pt x="13208" y="9945"/>
                    </a:lnTo>
                    <a:close/>
                    <a:moveTo>
                      <a:pt x="1359" y="4852"/>
                    </a:moveTo>
                    <a:lnTo>
                      <a:pt x="1318" y="4973"/>
                    </a:lnTo>
                    <a:lnTo>
                      <a:pt x="403" y="4645"/>
                    </a:lnTo>
                    <a:lnTo>
                      <a:pt x="444" y="4518"/>
                    </a:lnTo>
                    <a:close/>
                    <a:moveTo>
                      <a:pt x="12523" y="9053"/>
                    </a:moveTo>
                    <a:lnTo>
                      <a:pt x="12569" y="8932"/>
                    </a:lnTo>
                    <a:lnTo>
                      <a:pt x="13484" y="9260"/>
                    </a:lnTo>
                    <a:lnTo>
                      <a:pt x="13438" y="9381"/>
                    </a:lnTo>
                    <a:close/>
                    <a:moveTo>
                      <a:pt x="1198" y="5341"/>
                    </a:moveTo>
                    <a:lnTo>
                      <a:pt x="1157" y="5468"/>
                    </a:lnTo>
                    <a:lnTo>
                      <a:pt x="219" y="5221"/>
                    </a:lnTo>
                    <a:lnTo>
                      <a:pt x="254" y="5088"/>
                    </a:lnTo>
                    <a:close/>
                    <a:moveTo>
                      <a:pt x="12690" y="8564"/>
                    </a:moveTo>
                    <a:lnTo>
                      <a:pt x="12725" y="8432"/>
                    </a:lnTo>
                    <a:lnTo>
                      <a:pt x="13668" y="8685"/>
                    </a:lnTo>
                    <a:lnTo>
                      <a:pt x="13634" y="8817"/>
                    </a:lnTo>
                    <a:close/>
                    <a:moveTo>
                      <a:pt x="1083" y="5854"/>
                    </a:moveTo>
                    <a:lnTo>
                      <a:pt x="1059" y="5980"/>
                    </a:lnTo>
                    <a:lnTo>
                      <a:pt x="104" y="5808"/>
                    </a:lnTo>
                    <a:lnTo>
                      <a:pt x="121" y="5681"/>
                    </a:lnTo>
                    <a:close/>
                    <a:moveTo>
                      <a:pt x="12805" y="8052"/>
                    </a:moveTo>
                    <a:lnTo>
                      <a:pt x="12828" y="7925"/>
                    </a:lnTo>
                    <a:lnTo>
                      <a:pt x="13783" y="8098"/>
                    </a:lnTo>
                    <a:lnTo>
                      <a:pt x="13760" y="8225"/>
                    </a:lnTo>
                    <a:close/>
                    <a:moveTo>
                      <a:pt x="1008" y="6360"/>
                    </a:moveTo>
                    <a:lnTo>
                      <a:pt x="996" y="6492"/>
                    </a:lnTo>
                    <a:lnTo>
                      <a:pt x="24" y="6406"/>
                    </a:lnTo>
                    <a:lnTo>
                      <a:pt x="35" y="6274"/>
                    </a:lnTo>
                    <a:close/>
                    <a:moveTo>
                      <a:pt x="12886" y="7534"/>
                    </a:moveTo>
                    <a:lnTo>
                      <a:pt x="12897" y="7402"/>
                    </a:lnTo>
                    <a:lnTo>
                      <a:pt x="13870" y="7488"/>
                    </a:lnTo>
                    <a:lnTo>
                      <a:pt x="13858" y="76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41;p39">
                <a:extLst>
                  <a:ext uri="{FF2B5EF4-FFF2-40B4-BE49-F238E27FC236}">
                    <a16:creationId xmlns:a16="http://schemas.microsoft.com/office/drawing/2014/main" id="{29507283-DFFD-71EB-FEBE-DE337E920493}"/>
                  </a:ext>
                </a:extLst>
              </p:cNvPr>
              <p:cNvSpPr/>
              <p:nvPr/>
            </p:nvSpPr>
            <p:spPr>
              <a:xfrm>
                <a:off x="6573635" y="1921865"/>
                <a:ext cx="199103" cy="201929"/>
              </a:xfrm>
              <a:custGeom>
                <a:avLst/>
                <a:gdLst/>
                <a:ahLst/>
                <a:cxnLst/>
                <a:rect l="l" t="t" r="r" b="b"/>
                <a:pathLst>
                  <a:path w="3241" h="3287" extrusionOk="0">
                    <a:moveTo>
                      <a:pt x="3240" y="576"/>
                    </a:moveTo>
                    <a:lnTo>
                      <a:pt x="979" y="0"/>
                    </a:lnTo>
                    <a:cubicBezTo>
                      <a:pt x="789" y="535"/>
                      <a:pt x="443" y="996"/>
                      <a:pt x="0" y="1318"/>
                    </a:cubicBezTo>
                    <a:lnTo>
                      <a:pt x="1266" y="3286"/>
                    </a:lnTo>
                    <a:cubicBezTo>
                      <a:pt x="2199" y="2636"/>
                      <a:pt x="2912" y="1686"/>
                      <a:pt x="3240" y="57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42;p39">
                <a:extLst>
                  <a:ext uri="{FF2B5EF4-FFF2-40B4-BE49-F238E27FC236}">
                    <a16:creationId xmlns:a16="http://schemas.microsoft.com/office/drawing/2014/main" id="{2FFCB235-2A52-0478-A413-2B3CE0AD15EA}"/>
                  </a:ext>
                </a:extLst>
              </p:cNvPr>
              <p:cNvSpPr/>
              <p:nvPr/>
            </p:nvSpPr>
            <p:spPr>
              <a:xfrm>
                <a:off x="6161418" y="1554496"/>
                <a:ext cx="364909" cy="461788"/>
              </a:xfrm>
              <a:custGeom>
                <a:avLst/>
                <a:gdLst/>
                <a:ahLst/>
                <a:cxnLst/>
                <a:rect l="l" t="t" r="r" b="b"/>
                <a:pathLst>
                  <a:path w="5940" h="7517" extrusionOk="0">
                    <a:moveTo>
                      <a:pt x="5087" y="1"/>
                    </a:moveTo>
                    <a:cubicBezTo>
                      <a:pt x="2285" y="1"/>
                      <a:pt x="0" y="2280"/>
                      <a:pt x="0" y="5088"/>
                    </a:cubicBezTo>
                    <a:cubicBezTo>
                      <a:pt x="0" y="5963"/>
                      <a:pt x="225" y="6792"/>
                      <a:pt x="622" y="7517"/>
                    </a:cubicBezTo>
                    <a:lnTo>
                      <a:pt x="2613" y="6303"/>
                    </a:lnTo>
                    <a:cubicBezTo>
                      <a:pt x="2434" y="5934"/>
                      <a:pt x="2331" y="5526"/>
                      <a:pt x="2331" y="5094"/>
                    </a:cubicBezTo>
                    <a:cubicBezTo>
                      <a:pt x="2331" y="3575"/>
                      <a:pt x="3562" y="2343"/>
                      <a:pt x="5082" y="2343"/>
                    </a:cubicBezTo>
                    <a:cubicBezTo>
                      <a:pt x="5197" y="2343"/>
                      <a:pt x="5306" y="2355"/>
                      <a:pt x="5410" y="2366"/>
                    </a:cubicBezTo>
                    <a:lnTo>
                      <a:pt x="5939" y="87"/>
                    </a:lnTo>
                    <a:cubicBezTo>
                      <a:pt x="5663" y="24"/>
                      <a:pt x="5375" y="1"/>
                      <a:pt x="50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43;p39">
                <a:extLst>
                  <a:ext uri="{FF2B5EF4-FFF2-40B4-BE49-F238E27FC236}">
                    <a16:creationId xmlns:a16="http://schemas.microsoft.com/office/drawing/2014/main" id="{F177BA44-8CD4-45CB-500D-ED1116565D6A}"/>
                  </a:ext>
                </a:extLst>
              </p:cNvPr>
              <p:cNvSpPr/>
              <p:nvPr/>
            </p:nvSpPr>
            <p:spPr>
              <a:xfrm>
                <a:off x="6142312" y="1527650"/>
                <a:ext cx="665375" cy="665068"/>
              </a:xfrm>
              <a:custGeom>
                <a:avLst/>
                <a:gdLst/>
                <a:ahLst/>
                <a:cxnLst/>
                <a:rect l="l" t="t" r="r" b="b"/>
                <a:pathLst>
                  <a:path w="10831" h="10826" extrusionOk="0">
                    <a:moveTo>
                      <a:pt x="1261" y="5410"/>
                    </a:moveTo>
                    <a:cubicBezTo>
                      <a:pt x="1261" y="7735"/>
                      <a:pt x="3154" y="9628"/>
                      <a:pt x="5485" y="9628"/>
                    </a:cubicBezTo>
                    <a:cubicBezTo>
                      <a:pt x="7815" y="9628"/>
                      <a:pt x="9709" y="7735"/>
                      <a:pt x="9709" y="5410"/>
                    </a:cubicBezTo>
                    <a:cubicBezTo>
                      <a:pt x="9709" y="3079"/>
                      <a:pt x="7815" y="1186"/>
                      <a:pt x="5485" y="1186"/>
                    </a:cubicBezTo>
                    <a:cubicBezTo>
                      <a:pt x="3165" y="1186"/>
                      <a:pt x="1261" y="3085"/>
                      <a:pt x="1261" y="5410"/>
                    </a:cubicBezTo>
                    <a:close/>
                    <a:moveTo>
                      <a:pt x="9657" y="5410"/>
                    </a:moveTo>
                    <a:cubicBezTo>
                      <a:pt x="9657" y="7712"/>
                      <a:pt x="7787" y="9582"/>
                      <a:pt x="5485" y="9582"/>
                    </a:cubicBezTo>
                    <a:cubicBezTo>
                      <a:pt x="3183" y="9582"/>
                      <a:pt x="1312" y="7712"/>
                      <a:pt x="1312" y="5410"/>
                    </a:cubicBezTo>
                    <a:cubicBezTo>
                      <a:pt x="1312" y="3108"/>
                      <a:pt x="3183" y="1238"/>
                      <a:pt x="5485" y="1238"/>
                    </a:cubicBezTo>
                    <a:cubicBezTo>
                      <a:pt x="7787" y="1238"/>
                      <a:pt x="9657" y="3114"/>
                      <a:pt x="9657" y="5410"/>
                    </a:cubicBezTo>
                    <a:close/>
                    <a:moveTo>
                      <a:pt x="760" y="5358"/>
                    </a:moveTo>
                    <a:lnTo>
                      <a:pt x="760" y="5456"/>
                    </a:lnTo>
                    <a:lnTo>
                      <a:pt x="0" y="5456"/>
                    </a:lnTo>
                    <a:lnTo>
                      <a:pt x="0" y="5358"/>
                    </a:lnTo>
                    <a:close/>
                    <a:moveTo>
                      <a:pt x="10071" y="5468"/>
                    </a:moveTo>
                    <a:lnTo>
                      <a:pt x="10071" y="5364"/>
                    </a:lnTo>
                    <a:lnTo>
                      <a:pt x="10831" y="5364"/>
                    </a:lnTo>
                    <a:lnTo>
                      <a:pt x="10831" y="5468"/>
                    </a:lnTo>
                    <a:close/>
                    <a:moveTo>
                      <a:pt x="783" y="5871"/>
                    </a:moveTo>
                    <a:lnTo>
                      <a:pt x="29" y="5934"/>
                    </a:lnTo>
                    <a:lnTo>
                      <a:pt x="18" y="5830"/>
                    </a:lnTo>
                    <a:lnTo>
                      <a:pt x="777" y="5767"/>
                    </a:lnTo>
                    <a:close/>
                    <a:moveTo>
                      <a:pt x="10048" y="4956"/>
                    </a:moveTo>
                    <a:lnTo>
                      <a:pt x="10802" y="4892"/>
                    </a:lnTo>
                    <a:lnTo>
                      <a:pt x="10808" y="4990"/>
                    </a:lnTo>
                    <a:lnTo>
                      <a:pt x="10054" y="5053"/>
                    </a:lnTo>
                    <a:close/>
                    <a:moveTo>
                      <a:pt x="841" y="6273"/>
                    </a:moveTo>
                    <a:lnTo>
                      <a:pt x="92" y="6400"/>
                    </a:lnTo>
                    <a:lnTo>
                      <a:pt x="69" y="6302"/>
                    </a:lnTo>
                    <a:lnTo>
                      <a:pt x="818" y="6170"/>
                    </a:lnTo>
                    <a:close/>
                    <a:moveTo>
                      <a:pt x="9991" y="4553"/>
                    </a:moveTo>
                    <a:lnTo>
                      <a:pt x="10739" y="4420"/>
                    </a:lnTo>
                    <a:lnTo>
                      <a:pt x="10762" y="4524"/>
                    </a:lnTo>
                    <a:lnTo>
                      <a:pt x="10014" y="4651"/>
                    </a:lnTo>
                    <a:close/>
                    <a:moveTo>
                      <a:pt x="933" y="6665"/>
                    </a:moveTo>
                    <a:lnTo>
                      <a:pt x="202" y="6860"/>
                    </a:lnTo>
                    <a:lnTo>
                      <a:pt x="167" y="6763"/>
                    </a:lnTo>
                    <a:lnTo>
                      <a:pt x="904" y="6567"/>
                    </a:lnTo>
                    <a:close/>
                    <a:moveTo>
                      <a:pt x="9899" y="4156"/>
                    </a:moveTo>
                    <a:lnTo>
                      <a:pt x="10629" y="3960"/>
                    </a:lnTo>
                    <a:lnTo>
                      <a:pt x="10658" y="4064"/>
                    </a:lnTo>
                    <a:lnTo>
                      <a:pt x="9927" y="4259"/>
                    </a:lnTo>
                    <a:close/>
                    <a:moveTo>
                      <a:pt x="1065" y="7050"/>
                    </a:moveTo>
                    <a:lnTo>
                      <a:pt x="351" y="7309"/>
                    </a:lnTo>
                    <a:lnTo>
                      <a:pt x="311" y="7206"/>
                    </a:lnTo>
                    <a:lnTo>
                      <a:pt x="1025" y="6947"/>
                    </a:lnTo>
                    <a:close/>
                    <a:moveTo>
                      <a:pt x="9772" y="3770"/>
                    </a:moveTo>
                    <a:lnTo>
                      <a:pt x="10486" y="3511"/>
                    </a:lnTo>
                    <a:lnTo>
                      <a:pt x="10520" y="3609"/>
                    </a:lnTo>
                    <a:lnTo>
                      <a:pt x="9812" y="3868"/>
                    </a:lnTo>
                    <a:close/>
                    <a:moveTo>
                      <a:pt x="1220" y="7424"/>
                    </a:moveTo>
                    <a:lnTo>
                      <a:pt x="530" y="7747"/>
                    </a:lnTo>
                    <a:lnTo>
                      <a:pt x="489" y="7655"/>
                    </a:lnTo>
                    <a:lnTo>
                      <a:pt x="1180" y="7327"/>
                    </a:lnTo>
                    <a:close/>
                    <a:moveTo>
                      <a:pt x="9611" y="3396"/>
                    </a:moveTo>
                    <a:lnTo>
                      <a:pt x="10296" y="3068"/>
                    </a:lnTo>
                    <a:lnTo>
                      <a:pt x="10342" y="3166"/>
                    </a:lnTo>
                    <a:lnTo>
                      <a:pt x="9651" y="3488"/>
                    </a:lnTo>
                    <a:close/>
                    <a:moveTo>
                      <a:pt x="1416" y="7781"/>
                    </a:moveTo>
                    <a:lnTo>
                      <a:pt x="754" y="8161"/>
                    </a:lnTo>
                    <a:lnTo>
                      <a:pt x="702" y="8075"/>
                    </a:lnTo>
                    <a:lnTo>
                      <a:pt x="1364" y="7695"/>
                    </a:lnTo>
                    <a:close/>
                    <a:moveTo>
                      <a:pt x="9421" y="3039"/>
                    </a:moveTo>
                    <a:lnTo>
                      <a:pt x="10083" y="2659"/>
                    </a:lnTo>
                    <a:lnTo>
                      <a:pt x="10135" y="2746"/>
                    </a:lnTo>
                    <a:lnTo>
                      <a:pt x="9473" y="3125"/>
                    </a:lnTo>
                    <a:close/>
                    <a:moveTo>
                      <a:pt x="1629" y="8121"/>
                    </a:moveTo>
                    <a:lnTo>
                      <a:pt x="1007" y="8558"/>
                    </a:lnTo>
                    <a:lnTo>
                      <a:pt x="950" y="8472"/>
                    </a:lnTo>
                    <a:lnTo>
                      <a:pt x="1571" y="8034"/>
                    </a:lnTo>
                    <a:close/>
                    <a:moveTo>
                      <a:pt x="9197" y="2694"/>
                    </a:moveTo>
                    <a:lnTo>
                      <a:pt x="9824" y="2257"/>
                    </a:lnTo>
                    <a:lnTo>
                      <a:pt x="9881" y="2343"/>
                    </a:lnTo>
                    <a:lnTo>
                      <a:pt x="9254" y="2780"/>
                    </a:lnTo>
                    <a:close/>
                    <a:moveTo>
                      <a:pt x="1882" y="8443"/>
                    </a:moveTo>
                    <a:lnTo>
                      <a:pt x="1301" y="8932"/>
                    </a:lnTo>
                    <a:lnTo>
                      <a:pt x="1238" y="8852"/>
                    </a:lnTo>
                    <a:lnTo>
                      <a:pt x="1819" y="8362"/>
                    </a:lnTo>
                    <a:close/>
                    <a:moveTo>
                      <a:pt x="8949" y="2377"/>
                    </a:moveTo>
                    <a:lnTo>
                      <a:pt x="9530" y="1888"/>
                    </a:lnTo>
                    <a:lnTo>
                      <a:pt x="9594" y="1969"/>
                    </a:lnTo>
                    <a:lnTo>
                      <a:pt x="9012" y="2458"/>
                    </a:lnTo>
                    <a:close/>
                    <a:moveTo>
                      <a:pt x="2164" y="8736"/>
                    </a:moveTo>
                    <a:lnTo>
                      <a:pt x="1623" y="9277"/>
                    </a:lnTo>
                    <a:lnTo>
                      <a:pt x="1548" y="9208"/>
                    </a:lnTo>
                    <a:lnTo>
                      <a:pt x="2089" y="8667"/>
                    </a:lnTo>
                    <a:close/>
                    <a:moveTo>
                      <a:pt x="8673" y="2084"/>
                    </a:moveTo>
                    <a:lnTo>
                      <a:pt x="9214" y="1543"/>
                    </a:lnTo>
                    <a:lnTo>
                      <a:pt x="9283" y="1618"/>
                    </a:lnTo>
                    <a:lnTo>
                      <a:pt x="8748" y="2159"/>
                    </a:lnTo>
                    <a:close/>
                    <a:moveTo>
                      <a:pt x="2463" y="9013"/>
                    </a:moveTo>
                    <a:lnTo>
                      <a:pt x="1974" y="9594"/>
                    </a:lnTo>
                    <a:lnTo>
                      <a:pt x="1899" y="9531"/>
                    </a:lnTo>
                    <a:lnTo>
                      <a:pt x="2389" y="8949"/>
                    </a:lnTo>
                    <a:close/>
                    <a:moveTo>
                      <a:pt x="8374" y="1813"/>
                    </a:moveTo>
                    <a:lnTo>
                      <a:pt x="8863" y="1226"/>
                    </a:lnTo>
                    <a:lnTo>
                      <a:pt x="8938" y="1295"/>
                    </a:lnTo>
                    <a:lnTo>
                      <a:pt x="8448" y="1877"/>
                    </a:lnTo>
                    <a:close/>
                    <a:moveTo>
                      <a:pt x="2791" y="9249"/>
                    </a:moveTo>
                    <a:lnTo>
                      <a:pt x="2348" y="9876"/>
                    </a:lnTo>
                    <a:lnTo>
                      <a:pt x="2262" y="9818"/>
                    </a:lnTo>
                    <a:lnTo>
                      <a:pt x="2699" y="9191"/>
                    </a:lnTo>
                    <a:close/>
                    <a:moveTo>
                      <a:pt x="8040" y="1566"/>
                    </a:moveTo>
                    <a:lnTo>
                      <a:pt x="8477" y="939"/>
                    </a:lnTo>
                    <a:lnTo>
                      <a:pt x="8563" y="996"/>
                    </a:lnTo>
                    <a:lnTo>
                      <a:pt x="8126" y="1623"/>
                    </a:lnTo>
                    <a:close/>
                    <a:moveTo>
                      <a:pt x="3131" y="9462"/>
                    </a:moveTo>
                    <a:lnTo>
                      <a:pt x="2751" y="10123"/>
                    </a:lnTo>
                    <a:lnTo>
                      <a:pt x="2665" y="10077"/>
                    </a:lnTo>
                    <a:lnTo>
                      <a:pt x="3045" y="9416"/>
                    </a:lnTo>
                    <a:close/>
                    <a:moveTo>
                      <a:pt x="7695" y="1353"/>
                    </a:moveTo>
                    <a:lnTo>
                      <a:pt x="8074" y="691"/>
                    </a:lnTo>
                    <a:lnTo>
                      <a:pt x="8161" y="737"/>
                    </a:lnTo>
                    <a:lnTo>
                      <a:pt x="7781" y="1399"/>
                    </a:lnTo>
                    <a:close/>
                    <a:moveTo>
                      <a:pt x="3493" y="9651"/>
                    </a:moveTo>
                    <a:lnTo>
                      <a:pt x="3171" y="10342"/>
                    </a:lnTo>
                    <a:lnTo>
                      <a:pt x="3079" y="10302"/>
                    </a:lnTo>
                    <a:lnTo>
                      <a:pt x="3401" y="9605"/>
                    </a:lnTo>
                    <a:close/>
                    <a:moveTo>
                      <a:pt x="7338" y="1169"/>
                    </a:moveTo>
                    <a:lnTo>
                      <a:pt x="7660" y="478"/>
                    </a:lnTo>
                    <a:lnTo>
                      <a:pt x="7752" y="524"/>
                    </a:lnTo>
                    <a:lnTo>
                      <a:pt x="7430" y="1215"/>
                    </a:lnTo>
                    <a:close/>
                    <a:moveTo>
                      <a:pt x="3873" y="9801"/>
                    </a:moveTo>
                    <a:lnTo>
                      <a:pt x="3614" y="10515"/>
                    </a:lnTo>
                    <a:lnTo>
                      <a:pt x="3517" y="10480"/>
                    </a:lnTo>
                    <a:lnTo>
                      <a:pt x="3775" y="9767"/>
                    </a:lnTo>
                    <a:close/>
                    <a:moveTo>
                      <a:pt x="6964" y="1019"/>
                    </a:moveTo>
                    <a:lnTo>
                      <a:pt x="7223" y="306"/>
                    </a:lnTo>
                    <a:lnTo>
                      <a:pt x="7320" y="346"/>
                    </a:lnTo>
                    <a:lnTo>
                      <a:pt x="7061" y="1054"/>
                    </a:lnTo>
                    <a:close/>
                    <a:moveTo>
                      <a:pt x="4265" y="9916"/>
                    </a:moveTo>
                    <a:lnTo>
                      <a:pt x="4069" y="10653"/>
                    </a:lnTo>
                    <a:lnTo>
                      <a:pt x="3965" y="10624"/>
                    </a:lnTo>
                    <a:lnTo>
                      <a:pt x="4161" y="9887"/>
                    </a:lnTo>
                    <a:close/>
                    <a:moveTo>
                      <a:pt x="6572" y="904"/>
                    </a:moveTo>
                    <a:lnTo>
                      <a:pt x="6768" y="173"/>
                    </a:lnTo>
                    <a:lnTo>
                      <a:pt x="6866" y="202"/>
                    </a:lnTo>
                    <a:lnTo>
                      <a:pt x="6676" y="933"/>
                    </a:lnTo>
                    <a:close/>
                    <a:moveTo>
                      <a:pt x="4662" y="10002"/>
                    </a:moveTo>
                    <a:lnTo>
                      <a:pt x="4529" y="10751"/>
                    </a:lnTo>
                    <a:lnTo>
                      <a:pt x="4426" y="10728"/>
                    </a:lnTo>
                    <a:lnTo>
                      <a:pt x="4558" y="9979"/>
                    </a:lnTo>
                    <a:close/>
                    <a:moveTo>
                      <a:pt x="6169" y="818"/>
                    </a:moveTo>
                    <a:lnTo>
                      <a:pt x="6302" y="70"/>
                    </a:lnTo>
                    <a:lnTo>
                      <a:pt x="6400" y="93"/>
                    </a:lnTo>
                    <a:lnTo>
                      <a:pt x="6273" y="841"/>
                    </a:lnTo>
                    <a:close/>
                    <a:moveTo>
                      <a:pt x="5065" y="10049"/>
                    </a:moveTo>
                    <a:lnTo>
                      <a:pt x="4996" y="10802"/>
                    </a:lnTo>
                    <a:lnTo>
                      <a:pt x="4898" y="10797"/>
                    </a:lnTo>
                    <a:lnTo>
                      <a:pt x="4961" y="10037"/>
                    </a:lnTo>
                    <a:close/>
                    <a:moveTo>
                      <a:pt x="5767" y="766"/>
                    </a:moveTo>
                    <a:lnTo>
                      <a:pt x="5830" y="12"/>
                    </a:lnTo>
                    <a:lnTo>
                      <a:pt x="5934" y="18"/>
                    </a:lnTo>
                    <a:lnTo>
                      <a:pt x="5870" y="778"/>
                    </a:lnTo>
                    <a:close/>
                    <a:moveTo>
                      <a:pt x="5467" y="10060"/>
                    </a:moveTo>
                    <a:lnTo>
                      <a:pt x="5467" y="10825"/>
                    </a:lnTo>
                    <a:lnTo>
                      <a:pt x="5364" y="10825"/>
                    </a:lnTo>
                    <a:lnTo>
                      <a:pt x="5364" y="10060"/>
                    </a:lnTo>
                    <a:close/>
                    <a:moveTo>
                      <a:pt x="5364" y="1"/>
                    </a:moveTo>
                    <a:lnTo>
                      <a:pt x="5467" y="1"/>
                    </a:lnTo>
                    <a:lnTo>
                      <a:pt x="5467" y="760"/>
                    </a:lnTo>
                    <a:lnTo>
                      <a:pt x="5364" y="760"/>
                    </a:lnTo>
                    <a:close/>
                    <a:moveTo>
                      <a:pt x="5876" y="10037"/>
                    </a:moveTo>
                    <a:lnTo>
                      <a:pt x="5939" y="10797"/>
                    </a:lnTo>
                    <a:lnTo>
                      <a:pt x="5841" y="10802"/>
                    </a:lnTo>
                    <a:lnTo>
                      <a:pt x="5772" y="10049"/>
                    </a:lnTo>
                    <a:close/>
                    <a:moveTo>
                      <a:pt x="4961" y="778"/>
                    </a:moveTo>
                    <a:lnTo>
                      <a:pt x="4898" y="18"/>
                    </a:lnTo>
                    <a:lnTo>
                      <a:pt x="4996" y="12"/>
                    </a:lnTo>
                    <a:lnTo>
                      <a:pt x="5065" y="766"/>
                    </a:lnTo>
                    <a:close/>
                    <a:moveTo>
                      <a:pt x="6279" y="9985"/>
                    </a:moveTo>
                    <a:lnTo>
                      <a:pt x="6405" y="10733"/>
                    </a:lnTo>
                    <a:lnTo>
                      <a:pt x="6308" y="10751"/>
                    </a:lnTo>
                    <a:lnTo>
                      <a:pt x="6175" y="10002"/>
                    </a:lnTo>
                    <a:close/>
                    <a:moveTo>
                      <a:pt x="4558" y="835"/>
                    </a:moveTo>
                    <a:lnTo>
                      <a:pt x="4432" y="87"/>
                    </a:lnTo>
                    <a:lnTo>
                      <a:pt x="4529" y="64"/>
                    </a:lnTo>
                    <a:lnTo>
                      <a:pt x="4662" y="812"/>
                    </a:lnTo>
                    <a:close/>
                    <a:moveTo>
                      <a:pt x="6676" y="9887"/>
                    </a:moveTo>
                    <a:lnTo>
                      <a:pt x="6866" y="10624"/>
                    </a:lnTo>
                    <a:lnTo>
                      <a:pt x="6768" y="10653"/>
                    </a:lnTo>
                    <a:lnTo>
                      <a:pt x="6572" y="9916"/>
                    </a:lnTo>
                    <a:close/>
                    <a:moveTo>
                      <a:pt x="4161" y="927"/>
                    </a:moveTo>
                    <a:lnTo>
                      <a:pt x="3971" y="191"/>
                    </a:lnTo>
                    <a:lnTo>
                      <a:pt x="4069" y="162"/>
                    </a:lnTo>
                    <a:lnTo>
                      <a:pt x="4265" y="898"/>
                    </a:lnTo>
                    <a:close/>
                    <a:moveTo>
                      <a:pt x="7056" y="9767"/>
                    </a:moveTo>
                    <a:lnTo>
                      <a:pt x="7315" y="10480"/>
                    </a:lnTo>
                    <a:lnTo>
                      <a:pt x="7211" y="10515"/>
                    </a:lnTo>
                    <a:lnTo>
                      <a:pt x="6952" y="9801"/>
                    </a:lnTo>
                    <a:close/>
                    <a:moveTo>
                      <a:pt x="3775" y="1054"/>
                    </a:moveTo>
                    <a:lnTo>
                      <a:pt x="3517" y="346"/>
                    </a:lnTo>
                    <a:lnTo>
                      <a:pt x="3614" y="306"/>
                    </a:lnTo>
                    <a:lnTo>
                      <a:pt x="3873" y="1019"/>
                    </a:lnTo>
                    <a:close/>
                    <a:moveTo>
                      <a:pt x="7430" y="9605"/>
                    </a:moveTo>
                    <a:lnTo>
                      <a:pt x="7752" y="10302"/>
                    </a:lnTo>
                    <a:lnTo>
                      <a:pt x="7660" y="10342"/>
                    </a:lnTo>
                    <a:lnTo>
                      <a:pt x="7338" y="9651"/>
                    </a:lnTo>
                    <a:close/>
                    <a:moveTo>
                      <a:pt x="3401" y="1215"/>
                    </a:moveTo>
                    <a:lnTo>
                      <a:pt x="3079" y="524"/>
                    </a:lnTo>
                    <a:lnTo>
                      <a:pt x="3171" y="478"/>
                    </a:lnTo>
                    <a:lnTo>
                      <a:pt x="3493" y="1169"/>
                    </a:lnTo>
                    <a:close/>
                    <a:moveTo>
                      <a:pt x="7787" y="9416"/>
                    </a:moveTo>
                    <a:lnTo>
                      <a:pt x="8172" y="10077"/>
                    </a:lnTo>
                    <a:lnTo>
                      <a:pt x="8086" y="10123"/>
                    </a:lnTo>
                    <a:lnTo>
                      <a:pt x="7700" y="9462"/>
                    </a:lnTo>
                    <a:close/>
                    <a:moveTo>
                      <a:pt x="3039" y="1411"/>
                    </a:moveTo>
                    <a:lnTo>
                      <a:pt x="2659" y="749"/>
                    </a:lnTo>
                    <a:lnTo>
                      <a:pt x="2745" y="697"/>
                    </a:lnTo>
                    <a:lnTo>
                      <a:pt x="3125" y="1359"/>
                    </a:lnTo>
                    <a:close/>
                    <a:moveTo>
                      <a:pt x="8126" y="9191"/>
                    </a:moveTo>
                    <a:lnTo>
                      <a:pt x="8563" y="9818"/>
                    </a:lnTo>
                    <a:lnTo>
                      <a:pt x="8477" y="9876"/>
                    </a:lnTo>
                    <a:lnTo>
                      <a:pt x="8040" y="9249"/>
                    </a:lnTo>
                    <a:close/>
                    <a:moveTo>
                      <a:pt x="2699" y="1629"/>
                    </a:moveTo>
                    <a:lnTo>
                      <a:pt x="2262" y="1008"/>
                    </a:lnTo>
                    <a:lnTo>
                      <a:pt x="2348" y="950"/>
                    </a:lnTo>
                    <a:lnTo>
                      <a:pt x="2791" y="1572"/>
                    </a:lnTo>
                    <a:close/>
                    <a:moveTo>
                      <a:pt x="8448" y="8938"/>
                    </a:moveTo>
                    <a:lnTo>
                      <a:pt x="8938" y="9525"/>
                    </a:lnTo>
                    <a:lnTo>
                      <a:pt x="8863" y="9588"/>
                    </a:lnTo>
                    <a:lnTo>
                      <a:pt x="8374" y="9007"/>
                    </a:lnTo>
                    <a:close/>
                    <a:moveTo>
                      <a:pt x="2389" y="1877"/>
                    </a:moveTo>
                    <a:lnTo>
                      <a:pt x="1899" y="1295"/>
                    </a:lnTo>
                    <a:lnTo>
                      <a:pt x="1974" y="1226"/>
                    </a:lnTo>
                    <a:lnTo>
                      <a:pt x="2463" y="1813"/>
                    </a:lnTo>
                    <a:close/>
                    <a:moveTo>
                      <a:pt x="8748" y="8667"/>
                    </a:moveTo>
                    <a:lnTo>
                      <a:pt x="9283" y="9208"/>
                    </a:lnTo>
                    <a:lnTo>
                      <a:pt x="9214" y="9277"/>
                    </a:lnTo>
                    <a:lnTo>
                      <a:pt x="8673" y="8736"/>
                    </a:lnTo>
                    <a:close/>
                    <a:moveTo>
                      <a:pt x="2089" y="2159"/>
                    </a:moveTo>
                    <a:lnTo>
                      <a:pt x="1548" y="1618"/>
                    </a:lnTo>
                    <a:lnTo>
                      <a:pt x="1623" y="1543"/>
                    </a:lnTo>
                    <a:lnTo>
                      <a:pt x="2164" y="2084"/>
                    </a:lnTo>
                    <a:close/>
                    <a:moveTo>
                      <a:pt x="9012" y="8362"/>
                    </a:moveTo>
                    <a:lnTo>
                      <a:pt x="9594" y="8852"/>
                    </a:lnTo>
                    <a:lnTo>
                      <a:pt x="9530" y="8932"/>
                    </a:lnTo>
                    <a:lnTo>
                      <a:pt x="8949" y="8443"/>
                    </a:lnTo>
                    <a:close/>
                    <a:moveTo>
                      <a:pt x="1819" y="2458"/>
                    </a:moveTo>
                    <a:lnTo>
                      <a:pt x="1238" y="1969"/>
                    </a:lnTo>
                    <a:lnTo>
                      <a:pt x="1301" y="1888"/>
                    </a:lnTo>
                    <a:lnTo>
                      <a:pt x="1882" y="2377"/>
                    </a:lnTo>
                    <a:close/>
                    <a:moveTo>
                      <a:pt x="9254" y="8034"/>
                    </a:moveTo>
                    <a:lnTo>
                      <a:pt x="9881" y="8472"/>
                    </a:lnTo>
                    <a:lnTo>
                      <a:pt x="9824" y="8558"/>
                    </a:lnTo>
                    <a:lnTo>
                      <a:pt x="9197" y="8121"/>
                    </a:lnTo>
                    <a:close/>
                    <a:moveTo>
                      <a:pt x="1571" y="2780"/>
                    </a:moveTo>
                    <a:lnTo>
                      <a:pt x="950" y="2343"/>
                    </a:lnTo>
                    <a:lnTo>
                      <a:pt x="1007" y="2257"/>
                    </a:lnTo>
                    <a:lnTo>
                      <a:pt x="1629" y="2694"/>
                    </a:lnTo>
                    <a:close/>
                    <a:moveTo>
                      <a:pt x="9473" y="7695"/>
                    </a:moveTo>
                    <a:lnTo>
                      <a:pt x="10135" y="8075"/>
                    </a:lnTo>
                    <a:lnTo>
                      <a:pt x="10083" y="8161"/>
                    </a:lnTo>
                    <a:lnTo>
                      <a:pt x="9421" y="7781"/>
                    </a:lnTo>
                    <a:close/>
                    <a:moveTo>
                      <a:pt x="1358" y="3125"/>
                    </a:moveTo>
                    <a:lnTo>
                      <a:pt x="697" y="2746"/>
                    </a:lnTo>
                    <a:lnTo>
                      <a:pt x="748" y="2659"/>
                    </a:lnTo>
                    <a:lnTo>
                      <a:pt x="1410" y="3039"/>
                    </a:lnTo>
                    <a:close/>
                    <a:moveTo>
                      <a:pt x="9611" y="7424"/>
                    </a:moveTo>
                    <a:lnTo>
                      <a:pt x="9651" y="7327"/>
                    </a:lnTo>
                    <a:lnTo>
                      <a:pt x="10342" y="7655"/>
                    </a:lnTo>
                    <a:lnTo>
                      <a:pt x="10296" y="7747"/>
                    </a:lnTo>
                    <a:close/>
                    <a:moveTo>
                      <a:pt x="1220" y="3396"/>
                    </a:moveTo>
                    <a:lnTo>
                      <a:pt x="1180" y="3488"/>
                    </a:lnTo>
                    <a:lnTo>
                      <a:pt x="489" y="3166"/>
                    </a:lnTo>
                    <a:lnTo>
                      <a:pt x="530" y="3068"/>
                    </a:lnTo>
                    <a:close/>
                    <a:moveTo>
                      <a:pt x="9772" y="7050"/>
                    </a:moveTo>
                    <a:lnTo>
                      <a:pt x="9812" y="6947"/>
                    </a:lnTo>
                    <a:lnTo>
                      <a:pt x="10520" y="7206"/>
                    </a:lnTo>
                    <a:lnTo>
                      <a:pt x="10486" y="7309"/>
                    </a:lnTo>
                    <a:close/>
                    <a:moveTo>
                      <a:pt x="1065" y="3770"/>
                    </a:moveTo>
                    <a:lnTo>
                      <a:pt x="1025" y="3868"/>
                    </a:lnTo>
                    <a:lnTo>
                      <a:pt x="311" y="3609"/>
                    </a:lnTo>
                    <a:lnTo>
                      <a:pt x="351" y="3511"/>
                    </a:lnTo>
                    <a:close/>
                    <a:moveTo>
                      <a:pt x="9899" y="6665"/>
                    </a:moveTo>
                    <a:lnTo>
                      <a:pt x="9927" y="6567"/>
                    </a:lnTo>
                    <a:lnTo>
                      <a:pt x="10658" y="6763"/>
                    </a:lnTo>
                    <a:lnTo>
                      <a:pt x="10629" y="6860"/>
                    </a:lnTo>
                    <a:close/>
                    <a:moveTo>
                      <a:pt x="933" y="4156"/>
                    </a:moveTo>
                    <a:lnTo>
                      <a:pt x="904" y="4259"/>
                    </a:lnTo>
                    <a:lnTo>
                      <a:pt x="167" y="4064"/>
                    </a:lnTo>
                    <a:lnTo>
                      <a:pt x="202" y="3960"/>
                    </a:lnTo>
                    <a:close/>
                    <a:moveTo>
                      <a:pt x="9991" y="6273"/>
                    </a:moveTo>
                    <a:lnTo>
                      <a:pt x="10014" y="6170"/>
                    </a:lnTo>
                    <a:lnTo>
                      <a:pt x="10762" y="6302"/>
                    </a:lnTo>
                    <a:lnTo>
                      <a:pt x="10739" y="6400"/>
                    </a:lnTo>
                    <a:close/>
                    <a:moveTo>
                      <a:pt x="841" y="4553"/>
                    </a:moveTo>
                    <a:lnTo>
                      <a:pt x="818" y="4651"/>
                    </a:lnTo>
                    <a:lnTo>
                      <a:pt x="69" y="4524"/>
                    </a:lnTo>
                    <a:lnTo>
                      <a:pt x="92" y="4420"/>
                    </a:lnTo>
                    <a:close/>
                    <a:moveTo>
                      <a:pt x="10048" y="5871"/>
                    </a:moveTo>
                    <a:lnTo>
                      <a:pt x="10054" y="5767"/>
                    </a:lnTo>
                    <a:lnTo>
                      <a:pt x="10808" y="5830"/>
                    </a:lnTo>
                    <a:lnTo>
                      <a:pt x="10802" y="5934"/>
                    </a:lnTo>
                    <a:close/>
                    <a:moveTo>
                      <a:pt x="783" y="4956"/>
                    </a:moveTo>
                    <a:lnTo>
                      <a:pt x="777" y="5053"/>
                    </a:lnTo>
                    <a:lnTo>
                      <a:pt x="18" y="4990"/>
                    </a:lnTo>
                    <a:lnTo>
                      <a:pt x="29" y="489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44;p39">
                <a:extLst>
                  <a:ext uri="{FF2B5EF4-FFF2-40B4-BE49-F238E27FC236}">
                    <a16:creationId xmlns:a16="http://schemas.microsoft.com/office/drawing/2014/main" id="{D663862F-D44B-5D02-B4EF-B52EA498F9CF}"/>
                  </a:ext>
                </a:extLst>
              </p:cNvPr>
              <p:cNvSpPr/>
              <p:nvPr/>
            </p:nvSpPr>
            <p:spPr>
              <a:xfrm>
                <a:off x="5824825" y="2060089"/>
                <a:ext cx="585145" cy="538149"/>
              </a:xfrm>
              <a:custGeom>
                <a:avLst/>
                <a:gdLst/>
                <a:ahLst/>
                <a:cxnLst/>
                <a:rect l="l" t="t" r="r" b="b"/>
                <a:pathLst>
                  <a:path w="9525" h="8760" extrusionOk="0">
                    <a:moveTo>
                      <a:pt x="8765" y="0"/>
                    </a:moveTo>
                    <a:lnTo>
                      <a:pt x="754" y="0"/>
                    </a:lnTo>
                    <a:cubicBezTo>
                      <a:pt x="340" y="0"/>
                      <a:pt x="0" y="340"/>
                      <a:pt x="0" y="754"/>
                    </a:cubicBezTo>
                    <a:lnTo>
                      <a:pt x="0" y="6371"/>
                    </a:lnTo>
                    <a:cubicBezTo>
                      <a:pt x="0" y="6791"/>
                      <a:pt x="340" y="7131"/>
                      <a:pt x="754" y="7131"/>
                    </a:cubicBezTo>
                    <a:lnTo>
                      <a:pt x="4835" y="7131"/>
                    </a:lnTo>
                    <a:cubicBezTo>
                      <a:pt x="5301" y="7131"/>
                      <a:pt x="5755" y="7263"/>
                      <a:pt x="6147" y="7516"/>
                    </a:cubicBezTo>
                    <a:lnTo>
                      <a:pt x="7879" y="8661"/>
                    </a:lnTo>
                    <a:cubicBezTo>
                      <a:pt x="8028" y="8759"/>
                      <a:pt x="8224" y="8621"/>
                      <a:pt x="8190" y="8448"/>
                    </a:cubicBezTo>
                    <a:lnTo>
                      <a:pt x="7948" y="7372"/>
                    </a:lnTo>
                    <a:cubicBezTo>
                      <a:pt x="7919" y="7251"/>
                      <a:pt x="8017" y="7131"/>
                      <a:pt x="8144" y="7131"/>
                    </a:cubicBezTo>
                    <a:lnTo>
                      <a:pt x="8754" y="7131"/>
                    </a:lnTo>
                    <a:cubicBezTo>
                      <a:pt x="9174" y="7131"/>
                      <a:pt x="9513" y="6791"/>
                      <a:pt x="9513" y="6371"/>
                    </a:cubicBezTo>
                    <a:lnTo>
                      <a:pt x="9513" y="754"/>
                    </a:lnTo>
                    <a:cubicBezTo>
                      <a:pt x="9525" y="340"/>
                      <a:pt x="9185" y="0"/>
                      <a:pt x="87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45;p39">
                <a:extLst>
                  <a:ext uri="{FF2B5EF4-FFF2-40B4-BE49-F238E27FC236}">
                    <a16:creationId xmlns:a16="http://schemas.microsoft.com/office/drawing/2014/main" id="{46426A16-A5B2-3CFC-8F1A-25B3A2161E6F}"/>
                  </a:ext>
                </a:extLst>
              </p:cNvPr>
              <p:cNvSpPr/>
              <p:nvPr/>
            </p:nvSpPr>
            <p:spPr>
              <a:xfrm>
                <a:off x="5922074" y="2214900"/>
                <a:ext cx="204755" cy="22361"/>
              </a:xfrm>
              <a:custGeom>
                <a:avLst/>
                <a:gdLst/>
                <a:ahLst/>
                <a:cxnLst/>
                <a:rect l="l" t="t" r="r" b="b"/>
                <a:pathLst>
                  <a:path w="3333" h="364" extrusionOk="0">
                    <a:moveTo>
                      <a:pt x="0" y="1"/>
                    </a:moveTo>
                    <a:lnTo>
                      <a:pt x="3332" y="1"/>
                    </a:lnTo>
                    <a:lnTo>
                      <a:pt x="3332" y="364"/>
                    </a:lnTo>
                    <a:lnTo>
                      <a:pt x="0" y="36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46;p39">
                <a:extLst>
                  <a:ext uri="{FF2B5EF4-FFF2-40B4-BE49-F238E27FC236}">
                    <a16:creationId xmlns:a16="http://schemas.microsoft.com/office/drawing/2014/main" id="{5B0B394B-F1F8-373F-BDF5-FA2B6933FC0D}"/>
                  </a:ext>
                </a:extLst>
              </p:cNvPr>
              <p:cNvSpPr/>
              <p:nvPr/>
            </p:nvSpPr>
            <p:spPr>
              <a:xfrm>
                <a:off x="6144770" y="2214900"/>
                <a:ext cx="168018" cy="22361"/>
              </a:xfrm>
              <a:custGeom>
                <a:avLst/>
                <a:gdLst/>
                <a:ahLst/>
                <a:cxnLst/>
                <a:rect l="l" t="t" r="r" b="b"/>
                <a:pathLst>
                  <a:path w="2735" h="364" extrusionOk="0">
                    <a:moveTo>
                      <a:pt x="1" y="1"/>
                    </a:moveTo>
                    <a:lnTo>
                      <a:pt x="2734" y="1"/>
                    </a:lnTo>
                    <a:lnTo>
                      <a:pt x="2734" y="364"/>
                    </a:lnTo>
                    <a:lnTo>
                      <a:pt x="1" y="36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47;p39">
                <a:extLst>
                  <a:ext uri="{FF2B5EF4-FFF2-40B4-BE49-F238E27FC236}">
                    <a16:creationId xmlns:a16="http://schemas.microsoft.com/office/drawing/2014/main" id="{AB2B7EA5-C9E8-8E9C-88F3-009F55C2EB9A}"/>
                  </a:ext>
                </a:extLst>
              </p:cNvPr>
              <p:cNvSpPr/>
              <p:nvPr/>
            </p:nvSpPr>
            <p:spPr>
              <a:xfrm>
                <a:off x="5922074" y="2276455"/>
                <a:ext cx="132264" cy="22300"/>
              </a:xfrm>
              <a:custGeom>
                <a:avLst/>
                <a:gdLst/>
                <a:ahLst/>
                <a:cxnLst/>
                <a:rect l="l" t="t" r="r" b="b"/>
                <a:pathLst>
                  <a:path w="2153" h="363" extrusionOk="0">
                    <a:moveTo>
                      <a:pt x="0" y="0"/>
                    </a:moveTo>
                    <a:lnTo>
                      <a:pt x="2152" y="0"/>
                    </a:lnTo>
                    <a:lnTo>
                      <a:pt x="2152"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48;p39">
                <a:extLst>
                  <a:ext uri="{FF2B5EF4-FFF2-40B4-BE49-F238E27FC236}">
                    <a16:creationId xmlns:a16="http://schemas.microsoft.com/office/drawing/2014/main" id="{E03A44C1-25AB-15EC-1DFB-E790A8B0F211}"/>
                  </a:ext>
                </a:extLst>
              </p:cNvPr>
              <p:cNvSpPr/>
              <p:nvPr/>
            </p:nvSpPr>
            <p:spPr>
              <a:xfrm>
                <a:off x="6066319" y="2276455"/>
                <a:ext cx="166175" cy="22300"/>
              </a:xfrm>
              <a:custGeom>
                <a:avLst/>
                <a:gdLst/>
                <a:ahLst/>
                <a:cxnLst/>
                <a:rect l="l" t="t" r="r" b="b"/>
                <a:pathLst>
                  <a:path w="2705" h="363" extrusionOk="0">
                    <a:moveTo>
                      <a:pt x="0" y="0"/>
                    </a:moveTo>
                    <a:lnTo>
                      <a:pt x="2705" y="0"/>
                    </a:lnTo>
                    <a:lnTo>
                      <a:pt x="2705"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49;p39">
                <a:extLst>
                  <a:ext uri="{FF2B5EF4-FFF2-40B4-BE49-F238E27FC236}">
                    <a16:creationId xmlns:a16="http://schemas.microsoft.com/office/drawing/2014/main" id="{586D09E3-7FA9-72F3-364F-1D794480F2BC}"/>
                  </a:ext>
                </a:extLst>
              </p:cNvPr>
              <p:cNvSpPr/>
              <p:nvPr/>
            </p:nvSpPr>
            <p:spPr>
              <a:xfrm>
                <a:off x="6252954" y="2276455"/>
                <a:ext cx="59467" cy="22300"/>
              </a:xfrm>
              <a:custGeom>
                <a:avLst/>
                <a:gdLst/>
                <a:ahLst/>
                <a:cxnLst/>
                <a:rect l="l" t="t" r="r" b="b"/>
                <a:pathLst>
                  <a:path w="968" h="363" extrusionOk="0">
                    <a:moveTo>
                      <a:pt x="1" y="0"/>
                    </a:moveTo>
                    <a:lnTo>
                      <a:pt x="967" y="0"/>
                    </a:lnTo>
                    <a:lnTo>
                      <a:pt x="967" y="363"/>
                    </a:lnTo>
                    <a:lnTo>
                      <a:pt x="1"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50;p39">
                <a:extLst>
                  <a:ext uri="{FF2B5EF4-FFF2-40B4-BE49-F238E27FC236}">
                    <a16:creationId xmlns:a16="http://schemas.microsoft.com/office/drawing/2014/main" id="{77E182CC-528D-2EB6-E52A-49A962E4548B}"/>
                  </a:ext>
                </a:extLst>
              </p:cNvPr>
              <p:cNvSpPr/>
              <p:nvPr/>
            </p:nvSpPr>
            <p:spPr>
              <a:xfrm>
                <a:off x="5922074" y="2337950"/>
                <a:ext cx="101486" cy="22361"/>
              </a:xfrm>
              <a:custGeom>
                <a:avLst/>
                <a:gdLst/>
                <a:ahLst/>
                <a:cxnLst/>
                <a:rect l="l" t="t" r="r" b="b"/>
                <a:pathLst>
                  <a:path w="1652" h="364" extrusionOk="0">
                    <a:moveTo>
                      <a:pt x="0" y="1"/>
                    </a:moveTo>
                    <a:lnTo>
                      <a:pt x="1652" y="1"/>
                    </a:lnTo>
                    <a:lnTo>
                      <a:pt x="1652"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1;p39">
                <a:extLst>
                  <a:ext uri="{FF2B5EF4-FFF2-40B4-BE49-F238E27FC236}">
                    <a16:creationId xmlns:a16="http://schemas.microsoft.com/office/drawing/2014/main" id="{309BD2AF-5A56-A0A6-D727-652FBCB466A9}"/>
                  </a:ext>
                </a:extLst>
              </p:cNvPr>
              <p:cNvSpPr/>
              <p:nvPr/>
            </p:nvSpPr>
            <p:spPr>
              <a:xfrm>
                <a:off x="6032347" y="2337950"/>
                <a:ext cx="83118" cy="22361"/>
              </a:xfrm>
              <a:custGeom>
                <a:avLst/>
                <a:gdLst/>
                <a:ahLst/>
                <a:cxnLst/>
                <a:rect l="l" t="t" r="r" b="b"/>
                <a:pathLst>
                  <a:path w="1353" h="364" extrusionOk="0">
                    <a:moveTo>
                      <a:pt x="1" y="1"/>
                    </a:moveTo>
                    <a:lnTo>
                      <a:pt x="1353" y="1"/>
                    </a:lnTo>
                    <a:lnTo>
                      <a:pt x="1353" y="363"/>
                    </a:lnTo>
                    <a:lnTo>
                      <a:pt x="1"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52;p39">
                <a:extLst>
                  <a:ext uri="{FF2B5EF4-FFF2-40B4-BE49-F238E27FC236}">
                    <a16:creationId xmlns:a16="http://schemas.microsoft.com/office/drawing/2014/main" id="{4B2C7A70-CA74-A8DB-5D58-458916D90322}"/>
                  </a:ext>
                </a:extLst>
              </p:cNvPr>
              <p:cNvSpPr/>
              <p:nvPr/>
            </p:nvSpPr>
            <p:spPr>
              <a:xfrm>
                <a:off x="7584704" y="2233329"/>
                <a:ext cx="925296" cy="2033231"/>
              </a:xfrm>
              <a:custGeom>
                <a:avLst/>
                <a:gdLst/>
                <a:ahLst/>
                <a:cxnLst/>
                <a:rect l="l" t="t" r="r" b="b"/>
                <a:pathLst>
                  <a:path w="15062" h="33097" extrusionOk="0">
                    <a:moveTo>
                      <a:pt x="14434" y="12"/>
                    </a:moveTo>
                    <a:cubicBezTo>
                      <a:pt x="14532" y="0"/>
                      <a:pt x="14618" y="12"/>
                      <a:pt x="14693" y="52"/>
                    </a:cubicBezTo>
                    <a:cubicBezTo>
                      <a:pt x="14774" y="87"/>
                      <a:pt x="14837" y="144"/>
                      <a:pt x="14894" y="213"/>
                    </a:cubicBezTo>
                    <a:cubicBezTo>
                      <a:pt x="14952" y="288"/>
                      <a:pt x="14998" y="380"/>
                      <a:pt x="15027" y="489"/>
                    </a:cubicBezTo>
                    <a:cubicBezTo>
                      <a:pt x="15056" y="587"/>
                      <a:pt x="15061" y="714"/>
                      <a:pt x="15056" y="835"/>
                    </a:cubicBezTo>
                    <a:lnTo>
                      <a:pt x="13145" y="32198"/>
                    </a:lnTo>
                    <a:cubicBezTo>
                      <a:pt x="13139" y="32342"/>
                      <a:pt x="13110" y="32469"/>
                      <a:pt x="13070" y="32584"/>
                    </a:cubicBezTo>
                    <a:cubicBezTo>
                      <a:pt x="13024" y="32699"/>
                      <a:pt x="12967" y="32803"/>
                      <a:pt x="12898" y="32883"/>
                    </a:cubicBezTo>
                    <a:cubicBezTo>
                      <a:pt x="12823" y="32958"/>
                      <a:pt x="12748" y="33016"/>
                      <a:pt x="12662" y="33056"/>
                    </a:cubicBezTo>
                    <a:cubicBezTo>
                      <a:pt x="12570" y="33090"/>
                      <a:pt x="12477" y="33096"/>
                      <a:pt x="12380" y="33085"/>
                    </a:cubicBezTo>
                    <a:lnTo>
                      <a:pt x="496" y="30771"/>
                    </a:lnTo>
                    <a:cubicBezTo>
                      <a:pt x="415" y="30760"/>
                      <a:pt x="341" y="30714"/>
                      <a:pt x="277" y="30656"/>
                    </a:cubicBezTo>
                    <a:cubicBezTo>
                      <a:pt x="214" y="30599"/>
                      <a:pt x="156" y="30524"/>
                      <a:pt x="110" y="30426"/>
                    </a:cubicBezTo>
                    <a:cubicBezTo>
                      <a:pt x="70" y="30334"/>
                      <a:pt x="36" y="30230"/>
                      <a:pt x="18" y="30121"/>
                    </a:cubicBezTo>
                    <a:cubicBezTo>
                      <a:pt x="1" y="30000"/>
                      <a:pt x="1" y="29879"/>
                      <a:pt x="7" y="29758"/>
                    </a:cubicBezTo>
                    <a:lnTo>
                      <a:pt x="2337" y="2250"/>
                    </a:lnTo>
                    <a:cubicBezTo>
                      <a:pt x="2343" y="2135"/>
                      <a:pt x="2372" y="2026"/>
                      <a:pt x="2407" y="1928"/>
                    </a:cubicBezTo>
                    <a:cubicBezTo>
                      <a:pt x="2447" y="1825"/>
                      <a:pt x="2493" y="1732"/>
                      <a:pt x="2550" y="1652"/>
                    </a:cubicBezTo>
                    <a:cubicBezTo>
                      <a:pt x="2608" y="1571"/>
                      <a:pt x="2677" y="1508"/>
                      <a:pt x="2746" y="1456"/>
                    </a:cubicBezTo>
                    <a:cubicBezTo>
                      <a:pt x="2821" y="1410"/>
                      <a:pt x="2890" y="1381"/>
                      <a:pt x="2970" y="1376"/>
                    </a:cubicBezTo>
                    <a:lnTo>
                      <a:pt x="5474" y="1076"/>
                    </a:lnTo>
                    <a:cubicBezTo>
                      <a:pt x="5531" y="1071"/>
                      <a:pt x="5589" y="1076"/>
                      <a:pt x="5635" y="1105"/>
                    </a:cubicBezTo>
                    <a:cubicBezTo>
                      <a:pt x="5687" y="1134"/>
                      <a:pt x="5733" y="1168"/>
                      <a:pt x="5767" y="1220"/>
                    </a:cubicBezTo>
                    <a:cubicBezTo>
                      <a:pt x="5802" y="1272"/>
                      <a:pt x="5831" y="1335"/>
                      <a:pt x="5848" y="1410"/>
                    </a:cubicBezTo>
                    <a:cubicBezTo>
                      <a:pt x="5859" y="1479"/>
                      <a:pt x="5865" y="1560"/>
                      <a:pt x="5859" y="1646"/>
                    </a:cubicBezTo>
                    <a:cubicBezTo>
                      <a:pt x="5854" y="1732"/>
                      <a:pt x="5859" y="1813"/>
                      <a:pt x="5877" y="1882"/>
                    </a:cubicBezTo>
                    <a:cubicBezTo>
                      <a:pt x="5888" y="1957"/>
                      <a:pt x="5917" y="2020"/>
                      <a:pt x="5951" y="2072"/>
                    </a:cubicBezTo>
                    <a:cubicBezTo>
                      <a:pt x="5992" y="2124"/>
                      <a:pt x="6032" y="2164"/>
                      <a:pt x="6084" y="2193"/>
                    </a:cubicBezTo>
                    <a:cubicBezTo>
                      <a:pt x="6136" y="2222"/>
                      <a:pt x="6193" y="2227"/>
                      <a:pt x="6251" y="2222"/>
                    </a:cubicBezTo>
                    <a:lnTo>
                      <a:pt x="10498" y="1761"/>
                    </a:lnTo>
                    <a:cubicBezTo>
                      <a:pt x="10567" y="1755"/>
                      <a:pt x="10630" y="1732"/>
                      <a:pt x="10688" y="1692"/>
                    </a:cubicBezTo>
                    <a:cubicBezTo>
                      <a:pt x="10745" y="1652"/>
                      <a:pt x="10803" y="1594"/>
                      <a:pt x="10843" y="1531"/>
                    </a:cubicBezTo>
                    <a:cubicBezTo>
                      <a:pt x="10895" y="1468"/>
                      <a:pt x="10929" y="1393"/>
                      <a:pt x="10958" y="1318"/>
                    </a:cubicBezTo>
                    <a:cubicBezTo>
                      <a:pt x="10987" y="1238"/>
                      <a:pt x="11010" y="1151"/>
                      <a:pt x="11016" y="1059"/>
                    </a:cubicBezTo>
                    <a:cubicBezTo>
                      <a:pt x="11027" y="961"/>
                      <a:pt x="11045" y="875"/>
                      <a:pt x="11073" y="800"/>
                    </a:cubicBezTo>
                    <a:cubicBezTo>
                      <a:pt x="11102" y="720"/>
                      <a:pt x="11148" y="639"/>
                      <a:pt x="11188" y="581"/>
                    </a:cubicBezTo>
                    <a:cubicBezTo>
                      <a:pt x="11240" y="518"/>
                      <a:pt x="11292" y="466"/>
                      <a:pt x="11355" y="426"/>
                    </a:cubicBezTo>
                    <a:cubicBezTo>
                      <a:pt x="11413" y="380"/>
                      <a:pt x="11476" y="357"/>
                      <a:pt x="11551" y="3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53;p39">
                <a:extLst>
                  <a:ext uri="{FF2B5EF4-FFF2-40B4-BE49-F238E27FC236}">
                    <a16:creationId xmlns:a16="http://schemas.microsoft.com/office/drawing/2014/main" id="{7E809345-6FCA-9DAD-42D7-3B02816D96C6}"/>
                  </a:ext>
                </a:extLst>
              </p:cNvPr>
              <p:cNvSpPr/>
              <p:nvPr/>
            </p:nvSpPr>
            <p:spPr>
              <a:xfrm>
                <a:off x="8377377" y="2203596"/>
                <a:ext cx="244010" cy="2112787"/>
              </a:xfrm>
              <a:custGeom>
                <a:avLst/>
                <a:gdLst/>
                <a:ahLst/>
                <a:cxnLst/>
                <a:rect l="l" t="t" r="r" b="b"/>
                <a:pathLst>
                  <a:path w="3972" h="34392" extrusionOk="0">
                    <a:moveTo>
                      <a:pt x="3960" y="1457"/>
                    </a:moveTo>
                    <a:cubicBezTo>
                      <a:pt x="3919" y="835"/>
                      <a:pt x="2935" y="202"/>
                      <a:pt x="2389" y="1"/>
                    </a:cubicBezTo>
                    <a:cubicBezTo>
                      <a:pt x="2786" y="634"/>
                      <a:pt x="2757" y="1434"/>
                      <a:pt x="2711" y="2176"/>
                    </a:cubicBezTo>
                    <a:cubicBezTo>
                      <a:pt x="2020" y="12178"/>
                      <a:pt x="1571" y="22191"/>
                      <a:pt x="915" y="32199"/>
                    </a:cubicBezTo>
                    <a:cubicBezTo>
                      <a:pt x="864" y="33028"/>
                      <a:pt x="725" y="34000"/>
                      <a:pt x="0" y="34392"/>
                    </a:cubicBezTo>
                    <a:cubicBezTo>
                      <a:pt x="553" y="34271"/>
                      <a:pt x="1784" y="33805"/>
                      <a:pt x="2003" y="33269"/>
                    </a:cubicBezTo>
                    <a:cubicBezTo>
                      <a:pt x="2210" y="32746"/>
                      <a:pt x="2245" y="32170"/>
                      <a:pt x="2273" y="31601"/>
                    </a:cubicBezTo>
                    <a:lnTo>
                      <a:pt x="3971" y="1842"/>
                    </a:lnTo>
                    <a:cubicBezTo>
                      <a:pt x="3965" y="1848"/>
                      <a:pt x="3965" y="1589"/>
                      <a:pt x="3960" y="145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54;p39">
                <a:extLst>
                  <a:ext uri="{FF2B5EF4-FFF2-40B4-BE49-F238E27FC236}">
                    <a16:creationId xmlns:a16="http://schemas.microsoft.com/office/drawing/2014/main" id="{FB676908-5601-76D9-3DCA-6C4D1098DC2A}"/>
                  </a:ext>
                </a:extLst>
              </p:cNvPr>
              <p:cNvSpPr/>
              <p:nvPr/>
            </p:nvSpPr>
            <p:spPr>
              <a:xfrm>
                <a:off x="7552206" y="2184183"/>
                <a:ext cx="995268" cy="2138220"/>
              </a:xfrm>
              <a:custGeom>
                <a:avLst/>
                <a:gdLst/>
                <a:ahLst/>
                <a:cxnLst/>
                <a:rect l="l" t="t" r="r" b="b"/>
                <a:pathLst>
                  <a:path w="16201" h="34806" extrusionOk="0">
                    <a:moveTo>
                      <a:pt x="15015" y="23"/>
                    </a:moveTo>
                    <a:cubicBezTo>
                      <a:pt x="15188" y="0"/>
                      <a:pt x="15354" y="29"/>
                      <a:pt x="15504" y="92"/>
                    </a:cubicBezTo>
                    <a:cubicBezTo>
                      <a:pt x="15654" y="156"/>
                      <a:pt x="15786" y="265"/>
                      <a:pt x="15884" y="403"/>
                    </a:cubicBezTo>
                    <a:cubicBezTo>
                      <a:pt x="15993" y="541"/>
                      <a:pt x="16074" y="714"/>
                      <a:pt x="16131" y="910"/>
                    </a:cubicBezTo>
                    <a:cubicBezTo>
                      <a:pt x="16183" y="1099"/>
                      <a:pt x="16200" y="1324"/>
                      <a:pt x="16189" y="1560"/>
                    </a:cubicBezTo>
                    <a:lnTo>
                      <a:pt x="14301" y="33114"/>
                    </a:lnTo>
                    <a:cubicBezTo>
                      <a:pt x="14290" y="33378"/>
                      <a:pt x="14232" y="33626"/>
                      <a:pt x="14146" y="33839"/>
                    </a:cubicBezTo>
                    <a:cubicBezTo>
                      <a:pt x="14060" y="34057"/>
                      <a:pt x="13950" y="34242"/>
                      <a:pt x="13812" y="34391"/>
                    </a:cubicBezTo>
                    <a:cubicBezTo>
                      <a:pt x="13686" y="34547"/>
                      <a:pt x="13524" y="34650"/>
                      <a:pt x="13363" y="34719"/>
                    </a:cubicBezTo>
                    <a:cubicBezTo>
                      <a:pt x="13196" y="34782"/>
                      <a:pt x="13018" y="34805"/>
                      <a:pt x="12834" y="34759"/>
                    </a:cubicBezTo>
                    <a:lnTo>
                      <a:pt x="939" y="32360"/>
                    </a:lnTo>
                    <a:cubicBezTo>
                      <a:pt x="789" y="32331"/>
                      <a:pt x="651" y="32250"/>
                      <a:pt x="536" y="32141"/>
                    </a:cubicBezTo>
                    <a:cubicBezTo>
                      <a:pt x="415" y="32026"/>
                      <a:pt x="311" y="31882"/>
                      <a:pt x="225" y="31709"/>
                    </a:cubicBezTo>
                    <a:cubicBezTo>
                      <a:pt x="144" y="31537"/>
                      <a:pt x="81" y="31341"/>
                      <a:pt x="47" y="31128"/>
                    </a:cubicBezTo>
                    <a:cubicBezTo>
                      <a:pt x="12" y="30909"/>
                      <a:pt x="1" y="30691"/>
                      <a:pt x="24" y="30449"/>
                    </a:cubicBezTo>
                    <a:lnTo>
                      <a:pt x="2372" y="3085"/>
                    </a:lnTo>
                    <a:cubicBezTo>
                      <a:pt x="2389" y="2878"/>
                      <a:pt x="2435" y="2676"/>
                      <a:pt x="2498" y="2481"/>
                    </a:cubicBezTo>
                    <a:cubicBezTo>
                      <a:pt x="2561" y="2296"/>
                      <a:pt x="2659" y="2124"/>
                      <a:pt x="2763" y="1974"/>
                    </a:cubicBezTo>
                    <a:cubicBezTo>
                      <a:pt x="2872" y="1819"/>
                      <a:pt x="2987" y="1698"/>
                      <a:pt x="3125" y="1606"/>
                    </a:cubicBezTo>
                    <a:cubicBezTo>
                      <a:pt x="3252" y="1514"/>
                      <a:pt x="3396" y="1456"/>
                      <a:pt x="3540" y="1433"/>
                    </a:cubicBezTo>
                    <a:close/>
                    <a:moveTo>
                      <a:pt x="13680" y="33004"/>
                    </a:moveTo>
                    <a:lnTo>
                      <a:pt x="15585" y="1640"/>
                    </a:lnTo>
                    <a:cubicBezTo>
                      <a:pt x="15590" y="1520"/>
                      <a:pt x="15585" y="1399"/>
                      <a:pt x="15556" y="1295"/>
                    </a:cubicBezTo>
                    <a:cubicBezTo>
                      <a:pt x="15527" y="1197"/>
                      <a:pt x="15481" y="1099"/>
                      <a:pt x="15423" y="1025"/>
                    </a:cubicBezTo>
                    <a:cubicBezTo>
                      <a:pt x="15366" y="950"/>
                      <a:pt x="15303" y="892"/>
                      <a:pt x="15222" y="858"/>
                    </a:cubicBezTo>
                    <a:cubicBezTo>
                      <a:pt x="15147" y="823"/>
                      <a:pt x="15061" y="806"/>
                      <a:pt x="14963" y="823"/>
                    </a:cubicBezTo>
                    <a:lnTo>
                      <a:pt x="12057" y="1169"/>
                    </a:lnTo>
                    <a:cubicBezTo>
                      <a:pt x="11994" y="1174"/>
                      <a:pt x="11930" y="1203"/>
                      <a:pt x="11867" y="1238"/>
                    </a:cubicBezTo>
                    <a:cubicBezTo>
                      <a:pt x="11809" y="1284"/>
                      <a:pt x="11752" y="1330"/>
                      <a:pt x="11700" y="1399"/>
                    </a:cubicBezTo>
                    <a:cubicBezTo>
                      <a:pt x="11648" y="1462"/>
                      <a:pt x="11614" y="1531"/>
                      <a:pt x="11585" y="1612"/>
                    </a:cubicBezTo>
                    <a:cubicBezTo>
                      <a:pt x="11556" y="1692"/>
                      <a:pt x="11533" y="1779"/>
                      <a:pt x="11527" y="1871"/>
                    </a:cubicBezTo>
                    <a:cubicBezTo>
                      <a:pt x="11522" y="1963"/>
                      <a:pt x="11499" y="2049"/>
                      <a:pt x="11470" y="2130"/>
                    </a:cubicBezTo>
                    <a:cubicBezTo>
                      <a:pt x="11441" y="2210"/>
                      <a:pt x="11395" y="2291"/>
                      <a:pt x="11355" y="2348"/>
                    </a:cubicBezTo>
                    <a:cubicBezTo>
                      <a:pt x="11303" y="2412"/>
                      <a:pt x="11251" y="2463"/>
                      <a:pt x="11194" y="2504"/>
                    </a:cubicBezTo>
                    <a:cubicBezTo>
                      <a:pt x="11136" y="2538"/>
                      <a:pt x="11073" y="2567"/>
                      <a:pt x="11010" y="2578"/>
                    </a:cubicBezTo>
                    <a:lnTo>
                      <a:pt x="6757" y="3039"/>
                    </a:lnTo>
                    <a:cubicBezTo>
                      <a:pt x="6699" y="3045"/>
                      <a:pt x="6642" y="3027"/>
                      <a:pt x="6590" y="3010"/>
                    </a:cubicBezTo>
                    <a:cubicBezTo>
                      <a:pt x="6544" y="2981"/>
                      <a:pt x="6498" y="2941"/>
                      <a:pt x="6463" y="2883"/>
                    </a:cubicBezTo>
                    <a:cubicBezTo>
                      <a:pt x="6429" y="2837"/>
                      <a:pt x="6400" y="2768"/>
                      <a:pt x="6383" y="2699"/>
                    </a:cubicBezTo>
                    <a:cubicBezTo>
                      <a:pt x="6371" y="2625"/>
                      <a:pt x="6360" y="2550"/>
                      <a:pt x="6371" y="2463"/>
                    </a:cubicBezTo>
                    <a:cubicBezTo>
                      <a:pt x="6377" y="2377"/>
                      <a:pt x="6371" y="2296"/>
                      <a:pt x="6354" y="2222"/>
                    </a:cubicBezTo>
                    <a:cubicBezTo>
                      <a:pt x="6342" y="2153"/>
                      <a:pt x="6314" y="2089"/>
                      <a:pt x="6273" y="2038"/>
                    </a:cubicBezTo>
                    <a:cubicBezTo>
                      <a:pt x="6239" y="1986"/>
                      <a:pt x="6199" y="1945"/>
                      <a:pt x="6147" y="1922"/>
                    </a:cubicBezTo>
                    <a:cubicBezTo>
                      <a:pt x="6095" y="1894"/>
                      <a:pt x="6037" y="1888"/>
                      <a:pt x="5980" y="1894"/>
                    </a:cubicBezTo>
                    <a:lnTo>
                      <a:pt x="3476" y="2187"/>
                    </a:lnTo>
                    <a:cubicBezTo>
                      <a:pt x="3396" y="2193"/>
                      <a:pt x="3327" y="2233"/>
                      <a:pt x="3252" y="2273"/>
                    </a:cubicBezTo>
                    <a:cubicBezTo>
                      <a:pt x="3183" y="2325"/>
                      <a:pt x="3120" y="2389"/>
                      <a:pt x="3062" y="2469"/>
                    </a:cubicBezTo>
                    <a:cubicBezTo>
                      <a:pt x="3005" y="2550"/>
                      <a:pt x="2953" y="2642"/>
                      <a:pt x="2918" y="2740"/>
                    </a:cubicBezTo>
                    <a:cubicBezTo>
                      <a:pt x="2878" y="2843"/>
                      <a:pt x="2849" y="2953"/>
                      <a:pt x="2843" y="3068"/>
                    </a:cubicBezTo>
                    <a:lnTo>
                      <a:pt x="513" y="30576"/>
                    </a:lnTo>
                    <a:cubicBezTo>
                      <a:pt x="501" y="30697"/>
                      <a:pt x="507" y="30817"/>
                      <a:pt x="530" y="30932"/>
                    </a:cubicBezTo>
                    <a:cubicBezTo>
                      <a:pt x="547" y="31048"/>
                      <a:pt x="576" y="31157"/>
                      <a:pt x="622" y="31243"/>
                    </a:cubicBezTo>
                    <a:cubicBezTo>
                      <a:pt x="662" y="31335"/>
                      <a:pt x="720" y="31416"/>
                      <a:pt x="789" y="31473"/>
                    </a:cubicBezTo>
                    <a:cubicBezTo>
                      <a:pt x="852" y="31531"/>
                      <a:pt x="921" y="31571"/>
                      <a:pt x="1002" y="31589"/>
                    </a:cubicBezTo>
                    <a:lnTo>
                      <a:pt x="12886" y="33896"/>
                    </a:lnTo>
                    <a:cubicBezTo>
                      <a:pt x="12989" y="33919"/>
                      <a:pt x="13081" y="33902"/>
                      <a:pt x="13168" y="33867"/>
                    </a:cubicBezTo>
                    <a:cubicBezTo>
                      <a:pt x="13254" y="33833"/>
                      <a:pt x="13340" y="33775"/>
                      <a:pt x="13404" y="33695"/>
                    </a:cubicBezTo>
                    <a:cubicBezTo>
                      <a:pt x="13478" y="33614"/>
                      <a:pt x="13536" y="33516"/>
                      <a:pt x="13576" y="33401"/>
                    </a:cubicBezTo>
                    <a:cubicBezTo>
                      <a:pt x="13639" y="33269"/>
                      <a:pt x="13668" y="33142"/>
                      <a:pt x="13680" y="330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55;p39">
                <a:extLst>
                  <a:ext uri="{FF2B5EF4-FFF2-40B4-BE49-F238E27FC236}">
                    <a16:creationId xmlns:a16="http://schemas.microsoft.com/office/drawing/2014/main" id="{F51A7041-F3C7-9621-6930-51B43497CD94}"/>
                  </a:ext>
                </a:extLst>
              </p:cNvPr>
              <p:cNvSpPr/>
              <p:nvPr/>
            </p:nvSpPr>
            <p:spPr>
              <a:xfrm>
                <a:off x="7565659" y="2256674"/>
                <a:ext cx="657942" cy="1658432"/>
              </a:xfrm>
              <a:custGeom>
                <a:avLst/>
                <a:gdLst/>
                <a:ahLst/>
                <a:cxnLst/>
                <a:rect l="l" t="t" r="r" b="b"/>
                <a:pathLst>
                  <a:path w="10710" h="26996" extrusionOk="0">
                    <a:moveTo>
                      <a:pt x="5128" y="0"/>
                    </a:moveTo>
                    <a:lnTo>
                      <a:pt x="4575" y="63"/>
                    </a:lnTo>
                    <a:lnTo>
                      <a:pt x="4575" y="311"/>
                    </a:lnTo>
                    <a:cubicBezTo>
                      <a:pt x="4558" y="230"/>
                      <a:pt x="4541" y="150"/>
                      <a:pt x="4518" y="69"/>
                    </a:cubicBezTo>
                    <a:lnTo>
                      <a:pt x="3793" y="167"/>
                    </a:lnTo>
                    <a:cubicBezTo>
                      <a:pt x="3821" y="276"/>
                      <a:pt x="3850" y="374"/>
                      <a:pt x="3867" y="483"/>
                    </a:cubicBezTo>
                    <a:cubicBezTo>
                      <a:pt x="3660" y="524"/>
                      <a:pt x="3505" y="714"/>
                      <a:pt x="3505" y="927"/>
                    </a:cubicBezTo>
                    <a:lnTo>
                      <a:pt x="3505" y="1105"/>
                    </a:lnTo>
                    <a:cubicBezTo>
                      <a:pt x="3407" y="817"/>
                      <a:pt x="3286" y="541"/>
                      <a:pt x="3142" y="265"/>
                    </a:cubicBezTo>
                    <a:cubicBezTo>
                      <a:pt x="3062" y="294"/>
                      <a:pt x="2987" y="340"/>
                      <a:pt x="2906" y="386"/>
                    </a:cubicBezTo>
                    <a:cubicBezTo>
                      <a:pt x="2774" y="483"/>
                      <a:pt x="2653" y="604"/>
                      <a:pt x="2544" y="754"/>
                    </a:cubicBezTo>
                    <a:cubicBezTo>
                      <a:pt x="2440" y="909"/>
                      <a:pt x="2354" y="1076"/>
                      <a:pt x="2279" y="1266"/>
                    </a:cubicBezTo>
                    <a:cubicBezTo>
                      <a:pt x="2216" y="1456"/>
                      <a:pt x="2164" y="1652"/>
                      <a:pt x="2153" y="1870"/>
                    </a:cubicBezTo>
                    <a:lnTo>
                      <a:pt x="1675" y="7424"/>
                    </a:lnTo>
                    <a:cubicBezTo>
                      <a:pt x="2527" y="6647"/>
                      <a:pt x="3160" y="5720"/>
                      <a:pt x="3493" y="4696"/>
                    </a:cubicBezTo>
                    <a:lnTo>
                      <a:pt x="3493" y="4926"/>
                    </a:lnTo>
                    <a:cubicBezTo>
                      <a:pt x="3493" y="5179"/>
                      <a:pt x="3706" y="5387"/>
                      <a:pt x="3954" y="5387"/>
                    </a:cubicBezTo>
                    <a:lnTo>
                      <a:pt x="4126" y="5387"/>
                    </a:lnTo>
                    <a:cubicBezTo>
                      <a:pt x="3925" y="5962"/>
                      <a:pt x="3447" y="6946"/>
                      <a:pt x="2337" y="7735"/>
                    </a:cubicBezTo>
                    <a:cubicBezTo>
                      <a:pt x="2135" y="7631"/>
                      <a:pt x="1911" y="7539"/>
                      <a:pt x="1675" y="7447"/>
                    </a:cubicBezTo>
                    <a:lnTo>
                      <a:pt x="0" y="26996"/>
                    </a:lnTo>
                    <a:cubicBezTo>
                      <a:pt x="1836" y="24343"/>
                      <a:pt x="3085" y="20372"/>
                      <a:pt x="3919" y="16712"/>
                    </a:cubicBezTo>
                    <a:cubicBezTo>
                      <a:pt x="4339" y="17144"/>
                      <a:pt x="4759" y="17558"/>
                      <a:pt x="5191" y="17949"/>
                    </a:cubicBezTo>
                    <a:cubicBezTo>
                      <a:pt x="6705" y="19322"/>
                      <a:pt x="8203" y="20337"/>
                      <a:pt x="9021" y="20337"/>
                    </a:cubicBezTo>
                    <a:cubicBezTo>
                      <a:pt x="9208" y="20337"/>
                      <a:pt x="9359" y="20284"/>
                      <a:pt x="9467" y="20171"/>
                    </a:cubicBezTo>
                    <a:cubicBezTo>
                      <a:pt x="10710" y="18859"/>
                      <a:pt x="7683" y="12695"/>
                      <a:pt x="5277" y="10393"/>
                    </a:cubicBezTo>
                    <a:cubicBezTo>
                      <a:pt x="5036" y="10163"/>
                      <a:pt x="4788" y="9979"/>
                      <a:pt x="4552" y="9829"/>
                    </a:cubicBezTo>
                    <a:cubicBezTo>
                      <a:pt x="4213" y="9087"/>
                      <a:pt x="3637" y="8460"/>
                      <a:pt x="2912" y="8045"/>
                    </a:cubicBezTo>
                    <a:cubicBezTo>
                      <a:pt x="4092" y="7107"/>
                      <a:pt x="4581" y="5968"/>
                      <a:pt x="4759" y="5387"/>
                    </a:cubicBezTo>
                    <a:lnTo>
                      <a:pt x="5162" y="5387"/>
                    </a:lnTo>
                    <a:cubicBezTo>
                      <a:pt x="5416" y="5387"/>
                      <a:pt x="5623" y="5179"/>
                      <a:pt x="5623" y="4926"/>
                    </a:cubicBezTo>
                    <a:lnTo>
                      <a:pt x="5623" y="938"/>
                    </a:lnTo>
                    <a:cubicBezTo>
                      <a:pt x="5623" y="685"/>
                      <a:pt x="5416" y="478"/>
                      <a:pt x="5162" y="478"/>
                    </a:cubicBezTo>
                    <a:lnTo>
                      <a:pt x="5128" y="478"/>
                    </a:lnTo>
                    <a:lnTo>
                      <a:pt x="5128" y="0"/>
                    </a:ln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56;p39">
                <a:extLst>
                  <a:ext uri="{FF2B5EF4-FFF2-40B4-BE49-F238E27FC236}">
                    <a16:creationId xmlns:a16="http://schemas.microsoft.com/office/drawing/2014/main" id="{5C9C3789-ACE1-1AB3-1BE4-CEA253655C51}"/>
                  </a:ext>
                </a:extLst>
              </p:cNvPr>
              <p:cNvSpPr/>
              <p:nvPr/>
            </p:nvSpPr>
            <p:spPr>
              <a:xfrm>
                <a:off x="7516881" y="2637066"/>
                <a:ext cx="627533" cy="824854"/>
              </a:xfrm>
              <a:custGeom>
                <a:avLst/>
                <a:gdLst/>
                <a:ahLst/>
                <a:cxnLst/>
                <a:rect l="l" t="t" r="r" b="b"/>
                <a:pathLst>
                  <a:path w="10215" h="13427" extrusionOk="0">
                    <a:moveTo>
                      <a:pt x="4788" y="2268"/>
                    </a:moveTo>
                    <a:cubicBezTo>
                      <a:pt x="7188" y="4570"/>
                      <a:pt x="10215" y="10733"/>
                      <a:pt x="8972" y="12045"/>
                    </a:cubicBezTo>
                    <a:cubicBezTo>
                      <a:pt x="7654" y="13426"/>
                      <a:pt x="23" y="5899"/>
                      <a:pt x="12" y="3338"/>
                    </a:cubicBezTo>
                    <a:cubicBezTo>
                      <a:pt x="0" y="1917"/>
                      <a:pt x="2429" y="0"/>
                      <a:pt x="4788" y="22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57;p39">
                <a:extLst>
                  <a:ext uri="{FF2B5EF4-FFF2-40B4-BE49-F238E27FC236}">
                    <a16:creationId xmlns:a16="http://schemas.microsoft.com/office/drawing/2014/main" id="{A28F3E94-514D-DAAE-83B9-BFC59FE61E51}"/>
                  </a:ext>
                </a:extLst>
              </p:cNvPr>
              <p:cNvSpPr/>
              <p:nvPr/>
            </p:nvSpPr>
            <p:spPr>
              <a:xfrm>
                <a:off x="7516943" y="2712444"/>
                <a:ext cx="326637" cy="528135"/>
              </a:xfrm>
              <a:custGeom>
                <a:avLst/>
                <a:gdLst/>
                <a:ahLst/>
                <a:cxnLst/>
                <a:rect l="l" t="t" r="r" b="b"/>
                <a:pathLst>
                  <a:path w="5317" h="8597" extrusionOk="0">
                    <a:moveTo>
                      <a:pt x="2502" y="1"/>
                    </a:moveTo>
                    <a:cubicBezTo>
                      <a:pt x="1081" y="1"/>
                      <a:pt x="1" y="1166"/>
                      <a:pt x="5" y="2111"/>
                    </a:cubicBezTo>
                    <a:cubicBezTo>
                      <a:pt x="22" y="3532"/>
                      <a:pt x="2376" y="6485"/>
                      <a:pt x="4701" y="8597"/>
                    </a:cubicBezTo>
                    <a:cubicBezTo>
                      <a:pt x="4816" y="8154"/>
                      <a:pt x="4891" y="7710"/>
                      <a:pt x="4937" y="7256"/>
                    </a:cubicBezTo>
                    <a:cubicBezTo>
                      <a:pt x="5132" y="5196"/>
                      <a:pt x="5317" y="3199"/>
                      <a:pt x="4816" y="1069"/>
                    </a:cubicBezTo>
                    <a:lnTo>
                      <a:pt x="4787" y="1041"/>
                    </a:lnTo>
                    <a:cubicBezTo>
                      <a:pt x="4002" y="290"/>
                      <a:pt x="3210" y="1"/>
                      <a:pt x="2502"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58;p39">
                <a:extLst>
                  <a:ext uri="{FF2B5EF4-FFF2-40B4-BE49-F238E27FC236}">
                    <a16:creationId xmlns:a16="http://schemas.microsoft.com/office/drawing/2014/main" id="{0249182B-446F-83C5-51B6-83B7DA72694A}"/>
                  </a:ext>
                </a:extLst>
              </p:cNvPr>
              <p:cNvSpPr/>
              <p:nvPr/>
            </p:nvSpPr>
            <p:spPr>
              <a:xfrm>
                <a:off x="6575355" y="2597810"/>
                <a:ext cx="1230739" cy="1389419"/>
              </a:xfrm>
              <a:custGeom>
                <a:avLst/>
                <a:gdLst/>
                <a:ahLst/>
                <a:cxnLst/>
                <a:rect l="l" t="t" r="r" b="b"/>
                <a:pathLst>
                  <a:path w="20034" h="22617" extrusionOk="0">
                    <a:moveTo>
                      <a:pt x="10020" y="22617"/>
                    </a:moveTo>
                    <a:cubicBezTo>
                      <a:pt x="4075" y="22617"/>
                      <a:pt x="1399" y="11015"/>
                      <a:pt x="364" y="4426"/>
                    </a:cubicBezTo>
                    <a:cubicBezTo>
                      <a:pt x="1" y="2095"/>
                      <a:pt x="1900" y="0"/>
                      <a:pt x="4386" y="0"/>
                    </a:cubicBezTo>
                    <a:lnTo>
                      <a:pt x="15643" y="0"/>
                    </a:lnTo>
                    <a:cubicBezTo>
                      <a:pt x="18134" y="0"/>
                      <a:pt x="20034" y="2095"/>
                      <a:pt x="19665" y="4426"/>
                    </a:cubicBezTo>
                    <a:cubicBezTo>
                      <a:pt x="18629" y="11015"/>
                      <a:pt x="15959" y="22617"/>
                      <a:pt x="10020" y="2261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59;p39">
                <a:extLst>
                  <a:ext uri="{FF2B5EF4-FFF2-40B4-BE49-F238E27FC236}">
                    <a16:creationId xmlns:a16="http://schemas.microsoft.com/office/drawing/2014/main" id="{0300286B-321C-FAE3-5DCE-0D63554CD8AC}"/>
                  </a:ext>
                </a:extLst>
              </p:cNvPr>
              <p:cNvSpPr/>
              <p:nvPr/>
            </p:nvSpPr>
            <p:spPr>
              <a:xfrm>
                <a:off x="6906665" y="2978940"/>
                <a:ext cx="567821" cy="273313"/>
              </a:xfrm>
              <a:custGeom>
                <a:avLst/>
                <a:gdLst/>
                <a:ahLst/>
                <a:cxnLst/>
                <a:rect l="l" t="t" r="r" b="b"/>
                <a:pathLst>
                  <a:path w="9243" h="4449" extrusionOk="0">
                    <a:moveTo>
                      <a:pt x="8287" y="4449"/>
                    </a:moveTo>
                    <a:lnTo>
                      <a:pt x="956" y="4449"/>
                    </a:lnTo>
                    <a:cubicBezTo>
                      <a:pt x="432" y="4449"/>
                      <a:pt x="0" y="4029"/>
                      <a:pt x="0" y="3493"/>
                    </a:cubicBezTo>
                    <a:lnTo>
                      <a:pt x="0" y="955"/>
                    </a:lnTo>
                    <a:cubicBezTo>
                      <a:pt x="0" y="432"/>
                      <a:pt x="426" y="0"/>
                      <a:pt x="956" y="0"/>
                    </a:cubicBezTo>
                    <a:lnTo>
                      <a:pt x="8287" y="0"/>
                    </a:lnTo>
                    <a:cubicBezTo>
                      <a:pt x="8811" y="0"/>
                      <a:pt x="9242" y="420"/>
                      <a:pt x="9242" y="955"/>
                    </a:cubicBezTo>
                    <a:lnTo>
                      <a:pt x="9242" y="3493"/>
                    </a:lnTo>
                    <a:cubicBezTo>
                      <a:pt x="9242" y="4029"/>
                      <a:pt x="8811" y="4449"/>
                      <a:pt x="8287" y="444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60;p39">
                <a:extLst>
                  <a:ext uri="{FF2B5EF4-FFF2-40B4-BE49-F238E27FC236}">
                    <a16:creationId xmlns:a16="http://schemas.microsoft.com/office/drawing/2014/main" id="{A69F7AE9-2496-564D-E47C-AA4A7D545E59}"/>
                  </a:ext>
                </a:extLst>
              </p:cNvPr>
              <p:cNvSpPr/>
              <p:nvPr/>
            </p:nvSpPr>
            <p:spPr>
              <a:xfrm>
                <a:off x="6904896" y="2934159"/>
                <a:ext cx="567452" cy="141172"/>
              </a:xfrm>
              <a:custGeom>
                <a:avLst/>
                <a:gdLst/>
                <a:ahLst/>
                <a:cxnLst/>
                <a:rect l="l" t="t" r="r" b="b"/>
                <a:pathLst>
                  <a:path w="9237" h="2298" extrusionOk="0">
                    <a:moveTo>
                      <a:pt x="7677" y="1"/>
                    </a:moveTo>
                    <a:lnTo>
                      <a:pt x="1565" y="1"/>
                    </a:lnTo>
                    <a:cubicBezTo>
                      <a:pt x="702" y="1"/>
                      <a:pt x="0" y="697"/>
                      <a:pt x="0" y="1560"/>
                    </a:cubicBezTo>
                    <a:lnTo>
                      <a:pt x="0" y="2297"/>
                    </a:lnTo>
                    <a:cubicBezTo>
                      <a:pt x="0" y="1434"/>
                      <a:pt x="702" y="732"/>
                      <a:pt x="1565" y="732"/>
                    </a:cubicBezTo>
                    <a:lnTo>
                      <a:pt x="7677" y="732"/>
                    </a:lnTo>
                    <a:cubicBezTo>
                      <a:pt x="8540" y="732"/>
                      <a:pt x="9236" y="1434"/>
                      <a:pt x="9236" y="2297"/>
                    </a:cubicBezTo>
                    <a:lnTo>
                      <a:pt x="9236" y="1560"/>
                    </a:lnTo>
                    <a:cubicBezTo>
                      <a:pt x="9236" y="697"/>
                      <a:pt x="8534" y="1"/>
                      <a:pt x="76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61;p39">
                <a:extLst>
                  <a:ext uri="{FF2B5EF4-FFF2-40B4-BE49-F238E27FC236}">
                    <a16:creationId xmlns:a16="http://schemas.microsoft.com/office/drawing/2014/main" id="{84D21B95-9D1E-4D5C-B528-7614887B27E4}"/>
                  </a:ext>
                </a:extLst>
              </p:cNvPr>
              <p:cNvSpPr/>
              <p:nvPr/>
            </p:nvSpPr>
            <p:spPr>
              <a:xfrm>
                <a:off x="6680038" y="2537729"/>
                <a:ext cx="1021745" cy="305872"/>
              </a:xfrm>
              <a:custGeom>
                <a:avLst/>
                <a:gdLst/>
                <a:ahLst/>
                <a:cxnLst/>
                <a:rect l="l" t="t" r="r" b="b"/>
                <a:pathLst>
                  <a:path w="16632" h="4979" extrusionOk="0">
                    <a:moveTo>
                      <a:pt x="16632" y="2492"/>
                    </a:moveTo>
                    <a:cubicBezTo>
                      <a:pt x="16632" y="3862"/>
                      <a:pt x="12908" y="4978"/>
                      <a:pt x="8316" y="4978"/>
                    </a:cubicBezTo>
                    <a:cubicBezTo>
                      <a:pt x="3724" y="4978"/>
                      <a:pt x="0" y="3862"/>
                      <a:pt x="0" y="2492"/>
                    </a:cubicBezTo>
                    <a:cubicBezTo>
                      <a:pt x="0" y="1117"/>
                      <a:pt x="3724" y="0"/>
                      <a:pt x="8316" y="0"/>
                    </a:cubicBezTo>
                    <a:cubicBezTo>
                      <a:pt x="12908" y="0"/>
                      <a:pt x="16632" y="1117"/>
                      <a:pt x="16632" y="24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62;p39">
                <a:extLst>
                  <a:ext uri="{FF2B5EF4-FFF2-40B4-BE49-F238E27FC236}">
                    <a16:creationId xmlns:a16="http://schemas.microsoft.com/office/drawing/2014/main" id="{91BD4E46-8CA8-01FC-159B-C989F906A346}"/>
                  </a:ext>
                </a:extLst>
              </p:cNvPr>
              <p:cNvSpPr/>
              <p:nvPr/>
            </p:nvSpPr>
            <p:spPr>
              <a:xfrm>
                <a:off x="6661976" y="1892869"/>
                <a:ext cx="1057868" cy="846786"/>
              </a:xfrm>
              <a:custGeom>
                <a:avLst/>
                <a:gdLst/>
                <a:ahLst/>
                <a:cxnLst/>
                <a:rect l="l" t="t" r="r" b="b"/>
                <a:pathLst>
                  <a:path w="17220" h="13784" extrusionOk="0">
                    <a:moveTo>
                      <a:pt x="17219" y="6895"/>
                    </a:moveTo>
                    <a:cubicBezTo>
                      <a:pt x="17219" y="10699"/>
                      <a:pt x="13364" y="13783"/>
                      <a:pt x="8610" y="13783"/>
                    </a:cubicBezTo>
                    <a:cubicBezTo>
                      <a:pt x="3851" y="13783"/>
                      <a:pt x="1" y="10699"/>
                      <a:pt x="1" y="6895"/>
                    </a:cubicBezTo>
                    <a:cubicBezTo>
                      <a:pt x="1" y="3085"/>
                      <a:pt x="3851" y="0"/>
                      <a:pt x="8610" y="0"/>
                    </a:cubicBezTo>
                    <a:cubicBezTo>
                      <a:pt x="13364" y="0"/>
                      <a:pt x="17219" y="3085"/>
                      <a:pt x="17219" y="68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63;p39">
                <a:extLst>
                  <a:ext uri="{FF2B5EF4-FFF2-40B4-BE49-F238E27FC236}">
                    <a16:creationId xmlns:a16="http://schemas.microsoft.com/office/drawing/2014/main" id="{74120CBF-383F-3699-9136-3C3A3C5C810C}"/>
                  </a:ext>
                </a:extLst>
              </p:cNvPr>
              <p:cNvSpPr/>
              <p:nvPr/>
            </p:nvSpPr>
            <p:spPr>
              <a:xfrm>
                <a:off x="6754986" y="2078457"/>
                <a:ext cx="871543" cy="563582"/>
              </a:xfrm>
              <a:custGeom>
                <a:avLst/>
                <a:gdLst/>
                <a:ahLst/>
                <a:cxnLst/>
                <a:rect l="l" t="t" r="r" b="b"/>
                <a:pathLst>
                  <a:path w="14187" h="9174" extrusionOk="0">
                    <a:moveTo>
                      <a:pt x="2820" y="1"/>
                    </a:moveTo>
                    <a:cubicBezTo>
                      <a:pt x="1266" y="1"/>
                      <a:pt x="0" y="1261"/>
                      <a:pt x="0" y="2820"/>
                    </a:cubicBezTo>
                    <a:lnTo>
                      <a:pt x="0" y="2820"/>
                    </a:lnTo>
                    <a:cubicBezTo>
                      <a:pt x="0" y="5825"/>
                      <a:pt x="3177" y="9174"/>
                      <a:pt x="7096" y="9174"/>
                    </a:cubicBezTo>
                    <a:cubicBezTo>
                      <a:pt x="11015" y="9174"/>
                      <a:pt x="14186" y="5825"/>
                      <a:pt x="14186" y="2820"/>
                    </a:cubicBezTo>
                    <a:lnTo>
                      <a:pt x="14186" y="2820"/>
                    </a:lnTo>
                    <a:cubicBezTo>
                      <a:pt x="14186" y="1267"/>
                      <a:pt x="12932" y="1"/>
                      <a:pt x="113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64;p39">
                <a:extLst>
                  <a:ext uri="{FF2B5EF4-FFF2-40B4-BE49-F238E27FC236}">
                    <a16:creationId xmlns:a16="http://schemas.microsoft.com/office/drawing/2014/main" id="{398708C0-9AFC-62AC-AD8C-37E5E10262B1}"/>
                  </a:ext>
                </a:extLst>
              </p:cNvPr>
              <p:cNvSpPr/>
              <p:nvPr/>
            </p:nvSpPr>
            <p:spPr>
              <a:xfrm>
                <a:off x="6824959" y="2140320"/>
                <a:ext cx="731907" cy="248617"/>
              </a:xfrm>
              <a:custGeom>
                <a:avLst/>
                <a:gdLst/>
                <a:ahLst/>
                <a:cxnLst/>
                <a:rect l="l" t="t" r="r" b="b"/>
                <a:pathLst>
                  <a:path w="11914" h="4047" extrusionOk="0">
                    <a:moveTo>
                      <a:pt x="9882" y="4046"/>
                    </a:moveTo>
                    <a:lnTo>
                      <a:pt x="2021" y="4046"/>
                    </a:lnTo>
                    <a:cubicBezTo>
                      <a:pt x="904" y="4046"/>
                      <a:pt x="1" y="3137"/>
                      <a:pt x="1" y="2026"/>
                    </a:cubicBezTo>
                    <a:lnTo>
                      <a:pt x="1" y="2026"/>
                    </a:lnTo>
                    <a:cubicBezTo>
                      <a:pt x="1" y="910"/>
                      <a:pt x="904" y="1"/>
                      <a:pt x="2021" y="1"/>
                    </a:cubicBezTo>
                    <a:lnTo>
                      <a:pt x="9882" y="1"/>
                    </a:lnTo>
                    <a:cubicBezTo>
                      <a:pt x="10998" y="1"/>
                      <a:pt x="11908" y="910"/>
                      <a:pt x="11908" y="2026"/>
                    </a:cubicBezTo>
                    <a:lnTo>
                      <a:pt x="11908" y="2026"/>
                    </a:lnTo>
                    <a:cubicBezTo>
                      <a:pt x="11913" y="3137"/>
                      <a:pt x="11004" y="4046"/>
                      <a:pt x="9882" y="40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65;p39">
                <a:extLst>
                  <a:ext uri="{FF2B5EF4-FFF2-40B4-BE49-F238E27FC236}">
                    <a16:creationId xmlns:a16="http://schemas.microsoft.com/office/drawing/2014/main" id="{038DB005-CA79-A2ED-BA77-3D8297EA48B5}"/>
                  </a:ext>
                </a:extLst>
              </p:cNvPr>
              <p:cNvSpPr/>
              <p:nvPr/>
            </p:nvSpPr>
            <p:spPr>
              <a:xfrm>
                <a:off x="7105709" y="2445088"/>
                <a:ext cx="170107" cy="60880"/>
              </a:xfrm>
              <a:custGeom>
                <a:avLst/>
                <a:gdLst/>
                <a:ahLst/>
                <a:cxnLst/>
                <a:rect l="l" t="t" r="r" b="b"/>
                <a:pathLst>
                  <a:path w="2769" h="991" extrusionOk="0">
                    <a:moveTo>
                      <a:pt x="2032" y="990"/>
                    </a:moveTo>
                    <a:lnTo>
                      <a:pt x="731" y="990"/>
                    </a:lnTo>
                    <a:cubicBezTo>
                      <a:pt x="328" y="990"/>
                      <a:pt x="0" y="662"/>
                      <a:pt x="0" y="259"/>
                    </a:cubicBezTo>
                    <a:lnTo>
                      <a:pt x="0" y="259"/>
                    </a:lnTo>
                    <a:cubicBezTo>
                      <a:pt x="0" y="115"/>
                      <a:pt x="115" y="0"/>
                      <a:pt x="259" y="0"/>
                    </a:cubicBezTo>
                    <a:lnTo>
                      <a:pt x="2509" y="0"/>
                    </a:lnTo>
                    <a:cubicBezTo>
                      <a:pt x="2653" y="0"/>
                      <a:pt x="2768" y="115"/>
                      <a:pt x="2768" y="259"/>
                    </a:cubicBezTo>
                    <a:lnTo>
                      <a:pt x="2768" y="259"/>
                    </a:lnTo>
                    <a:cubicBezTo>
                      <a:pt x="2768" y="668"/>
                      <a:pt x="2446" y="990"/>
                      <a:pt x="2032" y="9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566;p39">
                <a:extLst>
                  <a:ext uri="{FF2B5EF4-FFF2-40B4-BE49-F238E27FC236}">
                    <a16:creationId xmlns:a16="http://schemas.microsoft.com/office/drawing/2014/main" id="{5F334EBA-A1CF-B783-2BBF-8A82B5BD0DCA}"/>
                  </a:ext>
                </a:extLst>
              </p:cNvPr>
              <p:cNvSpPr/>
              <p:nvPr/>
            </p:nvSpPr>
            <p:spPr>
              <a:xfrm>
                <a:off x="6945184" y="2233329"/>
                <a:ext cx="134046" cy="75685"/>
              </a:xfrm>
              <a:custGeom>
                <a:avLst/>
                <a:gdLst/>
                <a:ahLst/>
                <a:cxnLst/>
                <a:rect l="l" t="t" r="r" b="b"/>
                <a:pathLst>
                  <a:path w="2182" h="1232" extrusionOk="0">
                    <a:moveTo>
                      <a:pt x="1957" y="1232"/>
                    </a:moveTo>
                    <a:lnTo>
                      <a:pt x="213" y="1232"/>
                    </a:lnTo>
                    <a:cubicBezTo>
                      <a:pt x="93" y="1232"/>
                      <a:pt x="1" y="1128"/>
                      <a:pt x="1" y="1013"/>
                    </a:cubicBezTo>
                    <a:lnTo>
                      <a:pt x="1" y="213"/>
                    </a:lnTo>
                    <a:cubicBezTo>
                      <a:pt x="1" y="92"/>
                      <a:pt x="98" y="0"/>
                      <a:pt x="213" y="0"/>
                    </a:cubicBezTo>
                    <a:lnTo>
                      <a:pt x="1957" y="0"/>
                    </a:lnTo>
                    <a:cubicBezTo>
                      <a:pt x="2078" y="0"/>
                      <a:pt x="2170" y="98"/>
                      <a:pt x="2170" y="213"/>
                    </a:cubicBezTo>
                    <a:lnTo>
                      <a:pt x="2170" y="1013"/>
                    </a:lnTo>
                    <a:cubicBezTo>
                      <a:pt x="2182" y="1128"/>
                      <a:pt x="2078" y="1232"/>
                      <a:pt x="1957" y="123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567;p39">
                <a:extLst>
                  <a:ext uri="{FF2B5EF4-FFF2-40B4-BE49-F238E27FC236}">
                    <a16:creationId xmlns:a16="http://schemas.microsoft.com/office/drawing/2014/main" id="{A40FA383-145F-C217-71A8-79530E0F2AD6}"/>
                  </a:ext>
                </a:extLst>
              </p:cNvPr>
              <p:cNvSpPr/>
              <p:nvPr/>
            </p:nvSpPr>
            <p:spPr>
              <a:xfrm>
                <a:off x="7302602" y="2233329"/>
                <a:ext cx="133677" cy="75685"/>
              </a:xfrm>
              <a:custGeom>
                <a:avLst/>
                <a:gdLst/>
                <a:ahLst/>
                <a:cxnLst/>
                <a:rect l="l" t="t" r="r" b="b"/>
                <a:pathLst>
                  <a:path w="2176" h="1232" extrusionOk="0">
                    <a:moveTo>
                      <a:pt x="1957" y="1232"/>
                    </a:moveTo>
                    <a:lnTo>
                      <a:pt x="219" y="1232"/>
                    </a:lnTo>
                    <a:cubicBezTo>
                      <a:pt x="93" y="1232"/>
                      <a:pt x="1" y="1128"/>
                      <a:pt x="1" y="1013"/>
                    </a:cubicBezTo>
                    <a:lnTo>
                      <a:pt x="1" y="213"/>
                    </a:lnTo>
                    <a:cubicBezTo>
                      <a:pt x="1" y="92"/>
                      <a:pt x="104" y="0"/>
                      <a:pt x="219" y="0"/>
                    </a:cubicBezTo>
                    <a:lnTo>
                      <a:pt x="1957" y="0"/>
                    </a:lnTo>
                    <a:cubicBezTo>
                      <a:pt x="2078" y="0"/>
                      <a:pt x="2176" y="98"/>
                      <a:pt x="2176" y="213"/>
                    </a:cubicBezTo>
                    <a:lnTo>
                      <a:pt x="2176" y="1013"/>
                    </a:lnTo>
                    <a:cubicBezTo>
                      <a:pt x="2176" y="1128"/>
                      <a:pt x="2078" y="1232"/>
                      <a:pt x="1957" y="123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568;p39">
                <a:extLst>
                  <a:ext uri="{FF2B5EF4-FFF2-40B4-BE49-F238E27FC236}">
                    <a16:creationId xmlns:a16="http://schemas.microsoft.com/office/drawing/2014/main" id="{067F9E37-5EF9-A97A-6D36-EB2496A37738}"/>
                  </a:ext>
                </a:extLst>
              </p:cNvPr>
              <p:cNvSpPr/>
              <p:nvPr/>
            </p:nvSpPr>
            <p:spPr>
              <a:xfrm>
                <a:off x="6768072" y="1921128"/>
                <a:ext cx="902628" cy="379407"/>
              </a:xfrm>
              <a:custGeom>
                <a:avLst/>
                <a:gdLst/>
                <a:ahLst/>
                <a:cxnLst/>
                <a:rect l="l" t="t" r="r" b="b"/>
                <a:pathLst>
                  <a:path w="14693" h="6176" extrusionOk="0">
                    <a:moveTo>
                      <a:pt x="6791" y="1"/>
                    </a:moveTo>
                    <a:cubicBezTo>
                      <a:pt x="3960" y="1"/>
                      <a:pt x="1474" y="1146"/>
                      <a:pt x="0" y="2878"/>
                    </a:cubicBezTo>
                    <a:cubicBezTo>
                      <a:pt x="1681" y="4524"/>
                      <a:pt x="4501" y="5727"/>
                      <a:pt x="7758" y="5974"/>
                    </a:cubicBezTo>
                    <a:cubicBezTo>
                      <a:pt x="10399" y="6176"/>
                      <a:pt x="12845" y="5710"/>
                      <a:pt x="14692" y="4795"/>
                    </a:cubicBezTo>
                    <a:cubicBezTo>
                      <a:pt x="13726" y="2032"/>
                      <a:pt x="10560" y="1"/>
                      <a:pt x="6791" y="1"/>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569;p39">
                <a:extLst>
                  <a:ext uri="{FF2B5EF4-FFF2-40B4-BE49-F238E27FC236}">
                    <a16:creationId xmlns:a16="http://schemas.microsoft.com/office/drawing/2014/main" id="{19305EC2-A0C5-FD86-41BF-1E3D1EBB975F}"/>
                  </a:ext>
                </a:extLst>
              </p:cNvPr>
              <p:cNvSpPr/>
              <p:nvPr/>
            </p:nvSpPr>
            <p:spPr>
              <a:xfrm>
                <a:off x="7767529" y="1927148"/>
                <a:ext cx="34709" cy="283941"/>
              </a:xfrm>
              <a:custGeom>
                <a:avLst/>
                <a:gdLst/>
                <a:ahLst/>
                <a:cxnLst/>
                <a:rect l="l" t="t" r="r" b="b"/>
                <a:pathLst>
                  <a:path w="565" h="4622" extrusionOk="0">
                    <a:moveTo>
                      <a:pt x="282" y="4622"/>
                    </a:moveTo>
                    <a:lnTo>
                      <a:pt x="282" y="4622"/>
                    </a:lnTo>
                    <a:cubicBezTo>
                      <a:pt x="133" y="4622"/>
                      <a:pt x="0" y="4501"/>
                      <a:pt x="0" y="4345"/>
                    </a:cubicBezTo>
                    <a:lnTo>
                      <a:pt x="0" y="277"/>
                    </a:lnTo>
                    <a:cubicBezTo>
                      <a:pt x="0" y="127"/>
                      <a:pt x="121" y="1"/>
                      <a:pt x="282" y="1"/>
                    </a:cubicBezTo>
                    <a:lnTo>
                      <a:pt x="282" y="1"/>
                    </a:lnTo>
                    <a:cubicBezTo>
                      <a:pt x="432" y="1"/>
                      <a:pt x="564" y="121"/>
                      <a:pt x="564" y="277"/>
                    </a:cubicBezTo>
                    <a:lnTo>
                      <a:pt x="564" y="4345"/>
                    </a:lnTo>
                    <a:cubicBezTo>
                      <a:pt x="553" y="4501"/>
                      <a:pt x="432" y="4622"/>
                      <a:pt x="282" y="46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570;p39">
                <a:extLst>
                  <a:ext uri="{FF2B5EF4-FFF2-40B4-BE49-F238E27FC236}">
                    <a16:creationId xmlns:a16="http://schemas.microsoft.com/office/drawing/2014/main" id="{DF8E340A-C01C-167F-D1B7-CB97B3DB9F4C}"/>
                  </a:ext>
                </a:extLst>
              </p:cNvPr>
              <p:cNvSpPr/>
              <p:nvPr/>
            </p:nvSpPr>
            <p:spPr>
              <a:xfrm>
                <a:off x="6607178" y="1789600"/>
                <a:ext cx="1167463" cy="435311"/>
              </a:xfrm>
              <a:custGeom>
                <a:avLst/>
                <a:gdLst/>
                <a:ahLst/>
                <a:cxnLst/>
                <a:rect l="l" t="t" r="r" b="b"/>
                <a:pathLst>
                  <a:path w="19004" h="7086" extrusionOk="0">
                    <a:moveTo>
                      <a:pt x="19003" y="7085"/>
                    </a:moveTo>
                    <a:lnTo>
                      <a:pt x="18278" y="7085"/>
                    </a:lnTo>
                    <a:cubicBezTo>
                      <a:pt x="18278" y="3580"/>
                      <a:pt x="14342" y="732"/>
                      <a:pt x="9502" y="732"/>
                    </a:cubicBezTo>
                    <a:cubicBezTo>
                      <a:pt x="4662" y="732"/>
                      <a:pt x="726" y="3580"/>
                      <a:pt x="726" y="7085"/>
                    </a:cubicBezTo>
                    <a:lnTo>
                      <a:pt x="1" y="7085"/>
                    </a:lnTo>
                    <a:cubicBezTo>
                      <a:pt x="1" y="3178"/>
                      <a:pt x="4265" y="1"/>
                      <a:pt x="9502" y="1"/>
                    </a:cubicBezTo>
                    <a:cubicBezTo>
                      <a:pt x="14739" y="1"/>
                      <a:pt x="19003" y="3178"/>
                      <a:pt x="19003" y="70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571;p39">
                <a:extLst>
                  <a:ext uri="{FF2B5EF4-FFF2-40B4-BE49-F238E27FC236}">
                    <a16:creationId xmlns:a16="http://schemas.microsoft.com/office/drawing/2014/main" id="{39D330D6-C222-56BA-98D2-036A1DB26B99}"/>
                  </a:ext>
                </a:extLst>
              </p:cNvPr>
              <p:cNvSpPr/>
              <p:nvPr/>
            </p:nvSpPr>
            <p:spPr>
              <a:xfrm>
                <a:off x="6542489" y="2166859"/>
                <a:ext cx="130913" cy="301941"/>
              </a:xfrm>
              <a:custGeom>
                <a:avLst/>
                <a:gdLst/>
                <a:ahLst/>
                <a:cxnLst/>
                <a:rect l="l" t="t" r="r" b="b"/>
                <a:pathLst>
                  <a:path w="2131" h="4915" extrusionOk="0">
                    <a:moveTo>
                      <a:pt x="1848" y="4915"/>
                    </a:moveTo>
                    <a:lnTo>
                      <a:pt x="283" y="4915"/>
                    </a:lnTo>
                    <a:cubicBezTo>
                      <a:pt x="122" y="4915"/>
                      <a:pt x="1" y="4794"/>
                      <a:pt x="1" y="4633"/>
                    </a:cubicBezTo>
                    <a:lnTo>
                      <a:pt x="1" y="282"/>
                    </a:lnTo>
                    <a:cubicBezTo>
                      <a:pt x="1" y="127"/>
                      <a:pt x="122" y="0"/>
                      <a:pt x="283" y="0"/>
                    </a:cubicBezTo>
                    <a:lnTo>
                      <a:pt x="1848" y="0"/>
                    </a:lnTo>
                    <a:cubicBezTo>
                      <a:pt x="2009" y="0"/>
                      <a:pt x="2130" y="127"/>
                      <a:pt x="2130" y="282"/>
                    </a:cubicBezTo>
                    <a:lnTo>
                      <a:pt x="2130" y="4633"/>
                    </a:lnTo>
                    <a:cubicBezTo>
                      <a:pt x="2130" y="4788"/>
                      <a:pt x="2003" y="4915"/>
                      <a:pt x="1848" y="49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572;p39">
                <a:extLst>
                  <a:ext uri="{FF2B5EF4-FFF2-40B4-BE49-F238E27FC236}">
                    <a16:creationId xmlns:a16="http://schemas.microsoft.com/office/drawing/2014/main" id="{190E6A97-FC24-59C3-0339-AB0A208C5E5C}"/>
                  </a:ext>
                </a:extLst>
              </p:cNvPr>
              <p:cNvSpPr/>
              <p:nvPr/>
            </p:nvSpPr>
            <p:spPr>
              <a:xfrm>
                <a:off x="7701427" y="2166859"/>
                <a:ext cx="130851" cy="301941"/>
              </a:xfrm>
              <a:custGeom>
                <a:avLst/>
                <a:gdLst/>
                <a:ahLst/>
                <a:cxnLst/>
                <a:rect l="l" t="t" r="r" b="b"/>
                <a:pathLst>
                  <a:path w="2130" h="4915" extrusionOk="0">
                    <a:moveTo>
                      <a:pt x="1847" y="4915"/>
                    </a:moveTo>
                    <a:lnTo>
                      <a:pt x="276" y="4915"/>
                    </a:lnTo>
                    <a:cubicBezTo>
                      <a:pt x="121" y="4915"/>
                      <a:pt x="0" y="4794"/>
                      <a:pt x="0" y="4633"/>
                    </a:cubicBezTo>
                    <a:lnTo>
                      <a:pt x="0" y="282"/>
                    </a:lnTo>
                    <a:cubicBezTo>
                      <a:pt x="0" y="127"/>
                      <a:pt x="121" y="0"/>
                      <a:pt x="276" y="0"/>
                    </a:cubicBezTo>
                    <a:lnTo>
                      <a:pt x="1847" y="0"/>
                    </a:lnTo>
                    <a:cubicBezTo>
                      <a:pt x="2003" y="0"/>
                      <a:pt x="2129" y="127"/>
                      <a:pt x="2129" y="282"/>
                    </a:cubicBezTo>
                    <a:lnTo>
                      <a:pt x="2129" y="4633"/>
                    </a:lnTo>
                    <a:cubicBezTo>
                      <a:pt x="2129" y="4788"/>
                      <a:pt x="2003" y="4915"/>
                      <a:pt x="1847" y="49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573;p39">
                <a:extLst>
                  <a:ext uri="{FF2B5EF4-FFF2-40B4-BE49-F238E27FC236}">
                    <a16:creationId xmlns:a16="http://schemas.microsoft.com/office/drawing/2014/main" id="{0BCE96EA-913C-D7B9-6EFC-28D4E3C57C56}"/>
                  </a:ext>
                </a:extLst>
              </p:cNvPr>
              <p:cNvSpPr/>
              <p:nvPr/>
            </p:nvSpPr>
            <p:spPr>
              <a:xfrm>
                <a:off x="7378964" y="2422481"/>
                <a:ext cx="408403" cy="300159"/>
              </a:xfrm>
              <a:custGeom>
                <a:avLst/>
                <a:gdLst/>
                <a:ahLst/>
                <a:cxnLst/>
                <a:rect l="l" t="t" r="r" b="b"/>
                <a:pathLst>
                  <a:path w="6648" h="4886" extrusionOk="0">
                    <a:moveTo>
                      <a:pt x="311" y="4886"/>
                    </a:moveTo>
                    <a:cubicBezTo>
                      <a:pt x="156" y="4886"/>
                      <a:pt x="18" y="4759"/>
                      <a:pt x="12" y="4598"/>
                    </a:cubicBezTo>
                    <a:cubicBezTo>
                      <a:pt x="1" y="4431"/>
                      <a:pt x="133" y="4287"/>
                      <a:pt x="300" y="4282"/>
                    </a:cubicBezTo>
                    <a:cubicBezTo>
                      <a:pt x="5324" y="4011"/>
                      <a:pt x="5986" y="432"/>
                      <a:pt x="6014" y="282"/>
                    </a:cubicBezTo>
                    <a:cubicBezTo>
                      <a:pt x="6043" y="115"/>
                      <a:pt x="6199" y="0"/>
                      <a:pt x="6371" y="29"/>
                    </a:cubicBezTo>
                    <a:cubicBezTo>
                      <a:pt x="6532" y="58"/>
                      <a:pt x="6648" y="207"/>
                      <a:pt x="6619" y="374"/>
                    </a:cubicBezTo>
                    <a:cubicBezTo>
                      <a:pt x="6613" y="414"/>
                      <a:pt x="5871" y="4587"/>
                      <a:pt x="334" y="4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574;p39">
                <a:extLst>
                  <a:ext uri="{FF2B5EF4-FFF2-40B4-BE49-F238E27FC236}">
                    <a16:creationId xmlns:a16="http://schemas.microsoft.com/office/drawing/2014/main" id="{C1C6C101-AF54-71EB-C7CA-7580C2B293DA}"/>
                  </a:ext>
                </a:extLst>
              </p:cNvPr>
              <p:cNvSpPr/>
              <p:nvPr/>
            </p:nvSpPr>
            <p:spPr>
              <a:xfrm>
                <a:off x="7268998" y="2645175"/>
                <a:ext cx="181472" cy="117459"/>
              </a:xfrm>
              <a:custGeom>
                <a:avLst/>
                <a:gdLst/>
                <a:ahLst/>
                <a:cxnLst/>
                <a:rect l="l" t="t" r="r" b="b"/>
                <a:pathLst>
                  <a:path w="2954" h="1912" extrusionOk="0">
                    <a:moveTo>
                      <a:pt x="1" y="956"/>
                    </a:moveTo>
                    <a:lnTo>
                      <a:pt x="1" y="956"/>
                    </a:lnTo>
                    <a:cubicBezTo>
                      <a:pt x="1" y="426"/>
                      <a:pt x="433" y="1"/>
                      <a:pt x="956" y="1"/>
                    </a:cubicBezTo>
                    <a:lnTo>
                      <a:pt x="1992" y="1"/>
                    </a:lnTo>
                    <a:cubicBezTo>
                      <a:pt x="2527" y="1"/>
                      <a:pt x="2953" y="432"/>
                      <a:pt x="2953" y="956"/>
                    </a:cubicBezTo>
                    <a:lnTo>
                      <a:pt x="2953" y="956"/>
                    </a:lnTo>
                    <a:cubicBezTo>
                      <a:pt x="2953" y="1491"/>
                      <a:pt x="2522" y="1911"/>
                      <a:pt x="1992" y="1911"/>
                    </a:cubicBezTo>
                    <a:lnTo>
                      <a:pt x="956" y="1911"/>
                    </a:lnTo>
                    <a:cubicBezTo>
                      <a:pt x="427" y="1911"/>
                      <a:pt x="1" y="1480"/>
                      <a:pt x="1" y="9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75;p39">
                <a:extLst>
                  <a:ext uri="{FF2B5EF4-FFF2-40B4-BE49-F238E27FC236}">
                    <a16:creationId xmlns:a16="http://schemas.microsoft.com/office/drawing/2014/main" id="{7B745C92-E5F8-40B5-4365-91839539821A}"/>
                  </a:ext>
                </a:extLst>
              </p:cNvPr>
              <p:cNvSpPr/>
              <p:nvPr/>
            </p:nvSpPr>
            <p:spPr>
              <a:xfrm>
                <a:off x="6595567" y="2756491"/>
                <a:ext cx="229450" cy="694433"/>
              </a:xfrm>
              <a:custGeom>
                <a:avLst/>
                <a:gdLst/>
                <a:ahLst/>
                <a:cxnLst/>
                <a:rect l="l" t="t" r="r" b="b"/>
                <a:pathLst>
                  <a:path w="3735" h="11304" extrusionOk="0">
                    <a:moveTo>
                      <a:pt x="1593" y="1"/>
                    </a:moveTo>
                    <a:cubicBezTo>
                      <a:pt x="1147" y="1"/>
                      <a:pt x="610" y="462"/>
                      <a:pt x="0" y="1526"/>
                    </a:cubicBezTo>
                    <a:cubicBezTo>
                      <a:pt x="6" y="1636"/>
                      <a:pt x="17" y="1739"/>
                      <a:pt x="35" y="1849"/>
                    </a:cubicBezTo>
                    <a:cubicBezTo>
                      <a:pt x="460" y="4542"/>
                      <a:pt x="1157" y="8064"/>
                      <a:pt x="2239" y="11304"/>
                    </a:cubicBezTo>
                    <a:cubicBezTo>
                      <a:pt x="3194" y="7811"/>
                      <a:pt x="3735" y="2562"/>
                      <a:pt x="2279" y="445"/>
                    </a:cubicBezTo>
                    <a:cubicBezTo>
                      <a:pt x="2084" y="158"/>
                      <a:pt x="1854" y="1"/>
                      <a:pt x="1593" y="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76;p39">
                <a:extLst>
                  <a:ext uri="{FF2B5EF4-FFF2-40B4-BE49-F238E27FC236}">
                    <a16:creationId xmlns:a16="http://schemas.microsoft.com/office/drawing/2014/main" id="{DD02B380-1C80-C924-5EF4-18E285918ED3}"/>
                  </a:ext>
                </a:extLst>
              </p:cNvPr>
              <p:cNvSpPr/>
              <p:nvPr/>
            </p:nvSpPr>
            <p:spPr>
              <a:xfrm>
                <a:off x="6451997" y="2703168"/>
                <a:ext cx="330998" cy="882846"/>
              </a:xfrm>
              <a:custGeom>
                <a:avLst/>
                <a:gdLst/>
                <a:ahLst/>
                <a:cxnLst/>
                <a:rect l="l" t="t" r="r" b="b"/>
                <a:pathLst>
                  <a:path w="5388" h="14371" extrusionOk="0">
                    <a:moveTo>
                      <a:pt x="582" y="3977"/>
                    </a:moveTo>
                    <a:cubicBezTo>
                      <a:pt x="1" y="7522"/>
                      <a:pt x="714" y="14370"/>
                      <a:pt x="2130" y="14364"/>
                    </a:cubicBezTo>
                    <a:cubicBezTo>
                      <a:pt x="3626" y="14347"/>
                      <a:pt x="5387" y="2924"/>
                      <a:pt x="4259" y="1048"/>
                    </a:cubicBezTo>
                    <a:cubicBezTo>
                      <a:pt x="3632" y="0"/>
                      <a:pt x="1157" y="490"/>
                      <a:pt x="582" y="397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77;p39">
                <a:extLst>
                  <a:ext uri="{FF2B5EF4-FFF2-40B4-BE49-F238E27FC236}">
                    <a16:creationId xmlns:a16="http://schemas.microsoft.com/office/drawing/2014/main" id="{F03F98E1-582B-8A75-29F1-060ADEB16396}"/>
                  </a:ext>
                </a:extLst>
              </p:cNvPr>
              <p:cNvSpPr/>
              <p:nvPr/>
            </p:nvSpPr>
            <p:spPr>
              <a:xfrm>
                <a:off x="6129596" y="4090813"/>
                <a:ext cx="151677" cy="81705"/>
              </a:xfrm>
              <a:custGeom>
                <a:avLst/>
                <a:gdLst/>
                <a:ahLst/>
                <a:cxnLst/>
                <a:rect l="l" t="t" r="r" b="b"/>
                <a:pathLst>
                  <a:path w="2469" h="1330" extrusionOk="0">
                    <a:moveTo>
                      <a:pt x="391" y="0"/>
                    </a:moveTo>
                    <a:cubicBezTo>
                      <a:pt x="391" y="0"/>
                      <a:pt x="0" y="593"/>
                      <a:pt x="23" y="863"/>
                    </a:cubicBezTo>
                    <a:lnTo>
                      <a:pt x="1025" y="1329"/>
                    </a:lnTo>
                    <a:lnTo>
                      <a:pt x="2250" y="1329"/>
                    </a:lnTo>
                    <a:cubicBezTo>
                      <a:pt x="2250" y="1329"/>
                      <a:pt x="2469" y="961"/>
                      <a:pt x="1767" y="950"/>
                    </a:cubicBezTo>
                    <a:cubicBezTo>
                      <a:pt x="1059" y="932"/>
                      <a:pt x="990" y="271"/>
                      <a:pt x="990" y="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78;p39">
                <a:extLst>
                  <a:ext uri="{FF2B5EF4-FFF2-40B4-BE49-F238E27FC236}">
                    <a16:creationId xmlns:a16="http://schemas.microsoft.com/office/drawing/2014/main" id="{397F73F5-D47C-1118-5CF3-7FF6AB0558C0}"/>
                  </a:ext>
                </a:extLst>
              </p:cNvPr>
              <p:cNvSpPr/>
              <p:nvPr/>
            </p:nvSpPr>
            <p:spPr>
              <a:xfrm>
                <a:off x="6297861" y="3169136"/>
                <a:ext cx="288548" cy="246467"/>
              </a:xfrm>
              <a:custGeom>
                <a:avLst/>
                <a:gdLst/>
                <a:ahLst/>
                <a:cxnLst/>
                <a:rect l="l" t="t" r="r" b="b"/>
                <a:pathLst>
                  <a:path w="4697" h="4012" extrusionOk="0">
                    <a:moveTo>
                      <a:pt x="1220" y="714"/>
                    </a:moveTo>
                    <a:cubicBezTo>
                      <a:pt x="1675" y="1376"/>
                      <a:pt x="2320" y="2527"/>
                      <a:pt x="2320" y="2527"/>
                    </a:cubicBezTo>
                    <a:cubicBezTo>
                      <a:pt x="2320" y="2527"/>
                      <a:pt x="3655" y="1226"/>
                      <a:pt x="3712" y="835"/>
                    </a:cubicBezTo>
                    <a:cubicBezTo>
                      <a:pt x="3741" y="679"/>
                      <a:pt x="3741" y="415"/>
                      <a:pt x="3954" y="184"/>
                    </a:cubicBezTo>
                    <a:cubicBezTo>
                      <a:pt x="4058" y="75"/>
                      <a:pt x="4604" y="0"/>
                      <a:pt x="4495" y="138"/>
                    </a:cubicBezTo>
                    <a:cubicBezTo>
                      <a:pt x="4345" y="334"/>
                      <a:pt x="4248" y="547"/>
                      <a:pt x="4201" y="817"/>
                    </a:cubicBezTo>
                    <a:cubicBezTo>
                      <a:pt x="4322" y="771"/>
                      <a:pt x="4524" y="628"/>
                      <a:pt x="4576" y="651"/>
                    </a:cubicBezTo>
                    <a:cubicBezTo>
                      <a:pt x="4696" y="708"/>
                      <a:pt x="4449" y="1053"/>
                      <a:pt x="4173" y="1163"/>
                    </a:cubicBezTo>
                    <a:cubicBezTo>
                      <a:pt x="4069" y="1197"/>
                      <a:pt x="2705" y="3447"/>
                      <a:pt x="2320" y="3712"/>
                    </a:cubicBezTo>
                    <a:cubicBezTo>
                      <a:pt x="1888" y="4011"/>
                      <a:pt x="144" y="1134"/>
                      <a:pt x="144" y="1134"/>
                    </a:cubicBezTo>
                    <a:cubicBezTo>
                      <a:pt x="0" y="817"/>
                      <a:pt x="1077" y="392"/>
                      <a:pt x="1220" y="714"/>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79;p39">
                <a:extLst>
                  <a:ext uri="{FF2B5EF4-FFF2-40B4-BE49-F238E27FC236}">
                    <a16:creationId xmlns:a16="http://schemas.microsoft.com/office/drawing/2014/main" id="{361246B5-EB72-5DF9-72DC-1691E232CD00}"/>
                  </a:ext>
                </a:extLst>
              </p:cNvPr>
              <p:cNvSpPr/>
              <p:nvPr/>
            </p:nvSpPr>
            <p:spPr>
              <a:xfrm>
                <a:off x="6297861" y="3193156"/>
                <a:ext cx="142523" cy="222816"/>
              </a:xfrm>
              <a:custGeom>
                <a:avLst/>
                <a:gdLst/>
                <a:ahLst/>
                <a:cxnLst/>
                <a:rect l="l" t="t" r="r" b="b"/>
                <a:pathLst>
                  <a:path w="2320" h="3627" extrusionOk="0">
                    <a:moveTo>
                      <a:pt x="1220" y="323"/>
                    </a:moveTo>
                    <a:cubicBezTo>
                      <a:pt x="1364" y="530"/>
                      <a:pt x="1525" y="783"/>
                      <a:pt x="1681" y="1042"/>
                    </a:cubicBezTo>
                    <a:cubicBezTo>
                      <a:pt x="1710" y="1267"/>
                      <a:pt x="1853" y="1497"/>
                      <a:pt x="1940" y="1704"/>
                    </a:cubicBezTo>
                    <a:cubicBezTo>
                      <a:pt x="2118" y="2136"/>
                      <a:pt x="1940" y="2475"/>
                      <a:pt x="2320" y="3333"/>
                    </a:cubicBezTo>
                    <a:cubicBezTo>
                      <a:pt x="1888" y="3626"/>
                      <a:pt x="144" y="749"/>
                      <a:pt x="144" y="749"/>
                    </a:cubicBezTo>
                    <a:cubicBezTo>
                      <a:pt x="0" y="426"/>
                      <a:pt x="1077" y="1"/>
                      <a:pt x="1220" y="323"/>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80;p39">
                <a:extLst>
                  <a:ext uri="{FF2B5EF4-FFF2-40B4-BE49-F238E27FC236}">
                    <a16:creationId xmlns:a16="http://schemas.microsoft.com/office/drawing/2014/main" id="{8CDB29F4-1CC0-5854-441C-7F551198D8DF}"/>
                  </a:ext>
                </a:extLst>
              </p:cNvPr>
              <p:cNvSpPr/>
              <p:nvPr/>
            </p:nvSpPr>
            <p:spPr>
              <a:xfrm>
                <a:off x="6272428" y="3189839"/>
                <a:ext cx="160216" cy="163165"/>
              </a:xfrm>
              <a:custGeom>
                <a:avLst/>
                <a:gdLst/>
                <a:ahLst/>
                <a:cxnLst/>
                <a:rect l="l" t="t" r="r" b="b"/>
                <a:pathLst>
                  <a:path w="2608" h="2656" extrusionOk="0">
                    <a:moveTo>
                      <a:pt x="966" y="0"/>
                    </a:moveTo>
                    <a:cubicBezTo>
                      <a:pt x="615" y="0"/>
                      <a:pt x="379" y="266"/>
                      <a:pt x="259" y="515"/>
                    </a:cubicBezTo>
                    <a:cubicBezTo>
                      <a:pt x="0" y="1067"/>
                      <a:pt x="328" y="1499"/>
                      <a:pt x="1209" y="2656"/>
                    </a:cubicBezTo>
                    <a:lnTo>
                      <a:pt x="2607" y="1793"/>
                    </a:lnTo>
                    <a:cubicBezTo>
                      <a:pt x="2607" y="1793"/>
                      <a:pt x="1796" y="291"/>
                      <a:pt x="1306" y="78"/>
                    </a:cubicBezTo>
                    <a:cubicBezTo>
                      <a:pt x="1183" y="24"/>
                      <a:pt x="1069" y="0"/>
                      <a:pt x="966" y="0"/>
                    </a:cubicBezTo>
                    <a:close/>
                  </a:path>
                </a:pathLst>
              </a:custGeom>
              <a:solidFill>
                <a:srgbClr val="6FB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81;p39">
                <a:extLst>
                  <a:ext uri="{FF2B5EF4-FFF2-40B4-BE49-F238E27FC236}">
                    <a16:creationId xmlns:a16="http://schemas.microsoft.com/office/drawing/2014/main" id="{D5858EDC-8A02-0F97-90E5-B88DEA6D8B93}"/>
                  </a:ext>
                </a:extLst>
              </p:cNvPr>
              <p:cNvSpPr/>
              <p:nvPr/>
            </p:nvSpPr>
            <p:spPr>
              <a:xfrm>
                <a:off x="6272428" y="3180071"/>
                <a:ext cx="160216" cy="172932"/>
              </a:xfrm>
              <a:custGeom>
                <a:avLst/>
                <a:gdLst/>
                <a:ahLst/>
                <a:cxnLst/>
                <a:rect l="l" t="t" r="r" b="b"/>
                <a:pathLst>
                  <a:path w="2608" h="2815" extrusionOk="0">
                    <a:moveTo>
                      <a:pt x="259" y="674"/>
                    </a:moveTo>
                    <a:cubicBezTo>
                      <a:pt x="0" y="1226"/>
                      <a:pt x="328" y="1658"/>
                      <a:pt x="1209" y="2815"/>
                    </a:cubicBezTo>
                    <a:lnTo>
                      <a:pt x="2607" y="1952"/>
                    </a:lnTo>
                    <a:cubicBezTo>
                      <a:pt x="2607" y="1952"/>
                      <a:pt x="1796" y="450"/>
                      <a:pt x="1306" y="237"/>
                    </a:cubicBezTo>
                    <a:cubicBezTo>
                      <a:pt x="765" y="1"/>
                      <a:pt x="414" y="352"/>
                      <a:pt x="259" y="67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82;p39">
                <a:extLst>
                  <a:ext uri="{FF2B5EF4-FFF2-40B4-BE49-F238E27FC236}">
                    <a16:creationId xmlns:a16="http://schemas.microsoft.com/office/drawing/2014/main" id="{98050E32-87ED-CC2B-F96C-1495A5664264}"/>
                  </a:ext>
                </a:extLst>
              </p:cNvPr>
              <p:cNvSpPr/>
              <p:nvPr/>
            </p:nvSpPr>
            <p:spPr>
              <a:xfrm>
                <a:off x="6276974" y="3092775"/>
                <a:ext cx="83180" cy="102224"/>
              </a:xfrm>
              <a:custGeom>
                <a:avLst/>
                <a:gdLst/>
                <a:ahLst/>
                <a:cxnLst/>
                <a:rect l="l" t="t" r="r" b="b"/>
                <a:pathLst>
                  <a:path w="1354" h="1664" extrusionOk="0">
                    <a:moveTo>
                      <a:pt x="1" y="1554"/>
                    </a:moveTo>
                    <a:lnTo>
                      <a:pt x="1186" y="1663"/>
                    </a:lnTo>
                    <a:lnTo>
                      <a:pt x="1353" y="110"/>
                    </a:lnTo>
                    <a:lnTo>
                      <a:pt x="168" y="0"/>
                    </a:ln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83;p39">
                <a:extLst>
                  <a:ext uri="{FF2B5EF4-FFF2-40B4-BE49-F238E27FC236}">
                    <a16:creationId xmlns:a16="http://schemas.microsoft.com/office/drawing/2014/main" id="{6FC13E29-691F-1D1A-9877-FD362B527884}"/>
                  </a:ext>
                </a:extLst>
              </p:cNvPr>
              <p:cNvSpPr/>
              <p:nvPr/>
            </p:nvSpPr>
            <p:spPr>
              <a:xfrm>
                <a:off x="6287971" y="3093082"/>
                <a:ext cx="71815" cy="84961"/>
              </a:xfrm>
              <a:custGeom>
                <a:avLst/>
                <a:gdLst/>
                <a:ahLst/>
                <a:cxnLst/>
                <a:rect l="l" t="t" r="r" b="b"/>
                <a:pathLst>
                  <a:path w="1169" h="1383" extrusionOk="0">
                    <a:moveTo>
                      <a:pt x="150" y="461"/>
                    </a:moveTo>
                    <a:cubicBezTo>
                      <a:pt x="92" y="346"/>
                      <a:pt x="35" y="231"/>
                      <a:pt x="0" y="1"/>
                    </a:cubicBezTo>
                    <a:lnTo>
                      <a:pt x="1169" y="105"/>
                    </a:lnTo>
                    <a:lnTo>
                      <a:pt x="1030" y="1382"/>
                    </a:lnTo>
                    <a:cubicBezTo>
                      <a:pt x="921" y="1290"/>
                      <a:pt x="392" y="939"/>
                      <a:pt x="150" y="46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84;p39">
                <a:extLst>
                  <a:ext uri="{FF2B5EF4-FFF2-40B4-BE49-F238E27FC236}">
                    <a16:creationId xmlns:a16="http://schemas.microsoft.com/office/drawing/2014/main" id="{30FCE068-87D6-EB83-59DB-A817902ABEEB}"/>
                  </a:ext>
                </a:extLst>
              </p:cNvPr>
              <p:cNvSpPr/>
              <p:nvPr/>
            </p:nvSpPr>
            <p:spPr>
              <a:xfrm>
                <a:off x="6261063" y="2990612"/>
                <a:ext cx="180059" cy="174345"/>
              </a:xfrm>
              <a:custGeom>
                <a:avLst/>
                <a:gdLst/>
                <a:ahLst/>
                <a:cxnLst/>
                <a:rect l="l" t="t" r="r" b="b"/>
                <a:pathLst>
                  <a:path w="2931" h="2838" extrusionOk="0">
                    <a:moveTo>
                      <a:pt x="369" y="1117"/>
                    </a:moveTo>
                    <a:lnTo>
                      <a:pt x="243" y="478"/>
                    </a:lnTo>
                    <a:lnTo>
                      <a:pt x="1612" y="0"/>
                    </a:lnTo>
                    <a:cubicBezTo>
                      <a:pt x="2027" y="368"/>
                      <a:pt x="2930" y="1611"/>
                      <a:pt x="2274" y="2239"/>
                    </a:cubicBezTo>
                    <a:cubicBezTo>
                      <a:pt x="1641" y="2837"/>
                      <a:pt x="611" y="2383"/>
                      <a:pt x="502" y="1813"/>
                    </a:cubicBezTo>
                    <a:lnTo>
                      <a:pt x="490" y="1755"/>
                    </a:lnTo>
                    <a:cubicBezTo>
                      <a:pt x="444" y="1773"/>
                      <a:pt x="398" y="1778"/>
                      <a:pt x="346" y="1773"/>
                    </a:cubicBezTo>
                    <a:cubicBezTo>
                      <a:pt x="151" y="1755"/>
                      <a:pt x="1" y="1600"/>
                      <a:pt x="12" y="1422"/>
                    </a:cubicBezTo>
                    <a:cubicBezTo>
                      <a:pt x="30" y="1255"/>
                      <a:pt x="185" y="1122"/>
                      <a:pt x="369" y="1117"/>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85;p39">
                <a:extLst>
                  <a:ext uri="{FF2B5EF4-FFF2-40B4-BE49-F238E27FC236}">
                    <a16:creationId xmlns:a16="http://schemas.microsoft.com/office/drawing/2014/main" id="{B5E3FC84-73AC-5FED-AF03-4D7B1406F5FF}"/>
                  </a:ext>
                </a:extLst>
              </p:cNvPr>
              <p:cNvSpPr/>
              <p:nvPr/>
            </p:nvSpPr>
            <p:spPr>
              <a:xfrm>
                <a:off x="6244107" y="3489078"/>
                <a:ext cx="200516" cy="614878"/>
              </a:xfrm>
              <a:custGeom>
                <a:avLst/>
                <a:gdLst/>
                <a:ahLst/>
                <a:cxnLst/>
                <a:rect l="l" t="t" r="r" b="b"/>
                <a:pathLst>
                  <a:path w="3264" h="10009" extrusionOk="0">
                    <a:moveTo>
                      <a:pt x="2447" y="271"/>
                    </a:moveTo>
                    <a:lnTo>
                      <a:pt x="3160" y="4455"/>
                    </a:lnTo>
                    <a:lnTo>
                      <a:pt x="3264" y="10008"/>
                    </a:lnTo>
                    <a:lnTo>
                      <a:pt x="2234" y="9927"/>
                    </a:lnTo>
                    <a:lnTo>
                      <a:pt x="1411" y="539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586;p39">
                <a:extLst>
                  <a:ext uri="{FF2B5EF4-FFF2-40B4-BE49-F238E27FC236}">
                    <a16:creationId xmlns:a16="http://schemas.microsoft.com/office/drawing/2014/main" id="{F686B2C0-54B4-0A8B-1EFC-CE690D043C40}"/>
                  </a:ext>
                </a:extLst>
              </p:cNvPr>
              <p:cNvSpPr/>
              <p:nvPr/>
            </p:nvSpPr>
            <p:spPr>
              <a:xfrm>
                <a:off x="6244107" y="3489078"/>
                <a:ext cx="154564" cy="611315"/>
              </a:xfrm>
              <a:custGeom>
                <a:avLst/>
                <a:gdLst/>
                <a:ahLst/>
                <a:cxnLst/>
                <a:rect l="l" t="t" r="r" b="b"/>
                <a:pathLst>
                  <a:path w="2516" h="9951" extrusionOk="0">
                    <a:moveTo>
                      <a:pt x="1439" y="196"/>
                    </a:moveTo>
                    <a:lnTo>
                      <a:pt x="2372" y="4397"/>
                    </a:lnTo>
                    <a:lnTo>
                      <a:pt x="2516" y="9950"/>
                    </a:lnTo>
                    <a:lnTo>
                      <a:pt x="2234" y="9927"/>
                    </a:lnTo>
                    <a:lnTo>
                      <a:pt x="1411" y="539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587;p39">
                <a:extLst>
                  <a:ext uri="{FF2B5EF4-FFF2-40B4-BE49-F238E27FC236}">
                    <a16:creationId xmlns:a16="http://schemas.microsoft.com/office/drawing/2014/main" id="{B73F2654-C00A-C2A1-E6FE-6C8C3C80E895}"/>
                  </a:ext>
                </a:extLst>
              </p:cNvPr>
              <p:cNvSpPr/>
              <p:nvPr/>
            </p:nvSpPr>
            <p:spPr>
              <a:xfrm>
                <a:off x="6139855" y="3523726"/>
                <a:ext cx="208625" cy="597185"/>
              </a:xfrm>
              <a:custGeom>
                <a:avLst/>
                <a:gdLst/>
                <a:ahLst/>
                <a:cxnLst/>
                <a:rect l="l" t="t" r="r" b="b"/>
                <a:pathLst>
                  <a:path w="3396" h="9721" extrusionOk="0">
                    <a:moveTo>
                      <a:pt x="3395" y="0"/>
                    </a:moveTo>
                    <a:lnTo>
                      <a:pt x="3309" y="4518"/>
                    </a:lnTo>
                    <a:lnTo>
                      <a:pt x="1065" y="9720"/>
                    </a:lnTo>
                    <a:lnTo>
                      <a:pt x="0" y="9289"/>
                    </a:lnTo>
                    <a:lnTo>
                      <a:pt x="1439" y="4052"/>
                    </a:lnTo>
                    <a:lnTo>
                      <a:pt x="1024" y="15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588;p39">
                <a:extLst>
                  <a:ext uri="{FF2B5EF4-FFF2-40B4-BE49-F238E27FC236}">
                    <a16:creationId xmlns:a16="http://schemas.microsoft.com/office/drawing/2014/main" id="{4FD687E0-DA9B-38F2-38FE-65A6011721FC}"/>
                  </a:ext>
                </a:extLst>
              </p:cNvPr>
              <p:cNvSpPr/>
              <p:nvPr/>
            </p:nvSpPr>
            <p:spPr>
              <a:xfrm>
                <a:off x="6206264" y="2933664"/>
                <a:ext cx="186386" cy="142155"/>
              </a:xfrm>
              <a:custGeom>
                <a:avLst/>
                <a:gdLst/>
                <a:ahLst/>
                <a:cxnLst/>
                <a:rect l="l" t="t" r="r" b="b"/>
                <a:pathLst>
                  <a:path w="3034" h="2314" extrusionOk="0">
                    <a:moveTo>
                      <a:pt x="1549" y="1692"/>
                    </a:moveTo>
                    <a:cubicBezTo>
                      <a:pt x="1612" y="1762"/>
                      <a:pt x="1814" y="1957"/>
                      <a:pt x="1699" y="2285"/>
                    </a:cubicBezTo>
                    <a:lnTo>
                      <a:pt x="1532" y="2314"/>
                    </a:lnTo>
                    <a:cubicBezTo>
                      <a:pt x="1532" y="2314"/>
                      <a:pt x="1227" y="1934"/>
                      <a:pt x="927" y="2251"/>
                    </a:cubicBezTo>
                    <a:cubicBezTo>
                      <a:pt x="312" y="2314"/>
                      <a:pt x="1" y="1238"/>
                      <a:pt x="553" y="1059"/>
                    </a:cubicBezTo>
                    <a:cubicBezTo>
                      <a:pt x="645" y="294"/>
                      <a:pt x="1417" y="1"/>
                      <a:pt x="2165" y="81"/>
                    </a:cubicBezTo>
                    <a:cubicBezTo>
                      <a:pt x="2924" y="156"/>
                      <a:pt x="3034" y="1123"/>
                      <a:pt x="2677" y="1146"/>
                    </a:cubicBezTo>
                    <a:cubicBezTo>
                      <a:pt x="1497" y="1238"/>
                      <a:pt x="1382" y="1318"/>
                      <a:pt x="1549" y="1692"/>
                    </a:cubicBez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589;p39">
                <a:extLst>
                  <a:ext uri="{FF2B5EF4-FFF2-40B4-BE49-F238E27FC236}">
                    <a16:creationId xmlns:a16="http://schemas.microsoft.com/office/drawing/2014/main" id="{266E5072-E836-FABE-CC04-EEAC833BFBBC}"/>
                  </a:ext>
                </a:extLst>
              </p:cNvPr>
              <p:cNvSpPr/>
              <p:nvPr/>
            </p:nvSpPr>
            <p:spPr>
              <a:xfrm>
                <a:off x="6181568" y="3159921"/>
                <a:ext cx="258447" cy="444464"/>
              </a:xfrm>
              <a:custGeom>
                <a:avLst/>
                <a:gdLst/>
                <a:ahLst/>
                <a:cxnLst/>
                <a:rect l="l" t="t" r="r" b="b"/>
                <a:pathLst>
                  <a:path w="4207" h="7235" extrusionOk="0">
                    <a:moveTo>
                      <a:pt x="213" y="6987"/>
                    </a:moveTo>
                    <a:cubicBezTo>
                      <a:pt x="673" y="7234"/>
                      <a:pt x="4207" y="6653"/>
                      <a:pt x="4207" y="6653"/>
                    </a:cubicBezTo>
                    <a:cubicBezTo>
                      <a:pt x="4207" y="6653"/>
                      <a:pt x="4000" y="1675"/>
                      <a:pt x="2768" y="288"/>
                    </a:cubicBezTo>
                    <a:cubicBezTo>
                      <a:pt x="2354" y="559"/>
                      <a:pt x="2026" y="283"/>
                      <a:pt x="1611" y="1"/>
                    </a:cubicBezTo>
                    <a:cubicBezTo>
                      <a:pt x="783" y="340"/>
                      <a:pt x="345" y="1048"/>
                      <a:pt x="265" y="1549"/>
                    </a:cubicBezTo>
                    <a:cubicBezTo>
                      <a:pt x="0" y="3102"/>
                      <a:pt x="167" y="5399"/>
                      <a:pt x="213" y="698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90;p39">
                <a:extLst>
                  <a:ext uri="{FF2B5EF4-FFF2-40B4-BE49-F238E27FC236}">
                    <a16:creationId xmlns:a16="http://schemas.microsoft.com/office/drawing/2014/main" id="{DF71D7AA-7DFF-3A24-B526-2FB4B400C3CB}"/>
                  </a:ext>
                </a:extLst>
              </p:cNvPr>
              <p:cNvSpPr/>
              <p:nvPr/>
            </p:nvSpPr>
            <p:spPr>
              <a:xfrm>
                <a:off x="6181568" y="3201757"/>
                <a:ext cx="135459" cy="391448"/>
              </a:xfrm>
              <a:custGeom>
                <a:avLst/>
                <a:gdLst/>
                <a:ahLst/>
                <a:cxnLst/>
                <a:rect l="l" t="t" r="r" b="b"/>
                <a:pathLst>
                  <a:path w="2205" h="6372" extrusionOk="0">
                    <a:moveTo>
                      <a:pt x="1026" y="1"/>
                    </a:moveTo>
                    <a:cubicBezTo>
                      <a:pt x="964" y="1"/>
                      <a:pt x="885" y="127"/>
                      <a:pt x="831" y="127"/>
                    </a:cubicBezTo>
                    <a:cubicBezTo>
                      <a:pt x="822" y="127"/>
                      <a:pt x="813" y="123"/>
                      <a:pt x="806" y="114"/>
                    </a:cubicBezTo>
                    <a:cubicBezTo>
                      <a:pt x="460" y="448"/>
                      <a:pt x="317" y="557"/>
                      <a:pt x="265" y="868"/>
                    </a:cubicBezTo>
                    <a:cubicBezTo>
                      <a:pt x="0" y="2421"/>
                      <a:pt x="167" y="4718"/>
                      <a:pt x="213" y="6306"/>
                    </a:cubicBezTo>
                    <a:cubicBezTo>
                      <a:pt x="295" y="6347"/>
                      <a:pt x="516" y="6372"/>
                      <a:pt x="787" y="6372"/>
                    </a:cubicBezTo>
                    <a:cubicBezTo>
                      <a:pt x="971" y="6372"/>
                      <a:pt x="1179" y="6360"/>
                      <a:pt x="1381" y="6335"/>
                    </a:cubicBezTo>
                    <a:cubicBezTo>
                      <a:pt x="1191" y="5529"/>
                      <a:pt x="1047" y="4269"/>
                      <a:pt x="1209" y="3383"/>
                    </a:cubicBezTo>
                    <a:cubicBezTo>
                      <a:pt x="1399" y="2329"/>
                      <a:pt x="2204" y="804"/>
                      <a:pt x="1053" y="10"/>
                    </a:cubicBezTo>
                    <a:cubicBezTo>
                      <a:pt x="1045" y="4"/>
                      <a:pt x="1036" y="1"/>
                      <a:pt x="1026" y="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591;p39">
                <a:extLst>
                  <a:ext uri="{FF2B5EF4-FFF2-40B4-BE49-F238E27FC236}">
                    <a16:creationId xmlns:a16="http://schemas.microsoft.com/office/drawing/2014/main" id="{D76EAFBB-9660-3867-7E63-F00D27745A18}"/>
                  </a:ext>
                </a:extLst>
              </p:cNvPr>
              <p:cNvSpPr/>
              <p:nvPr/>
            </p:nvSpPr>
            <p:spPr>
              <a:xfrm>
                <a:off x="6381288" y="4099598"/>
                <a:ext cx="142892" cy="55965"/>
              </a:xfrm>
              <a:custGeom>
                <a:avLst/>
                <a:gdLst/>
                <a:ahLst/>
                <a:cxnLst/>
                <a:rect l="l" t="t" r="r" b="b"/>
                <a:pathLst>
                  <a:path w="2326" h="911" extrusionOk="0">
                    <a:moveTo>
                      <a:pt x="81" y="1"/>
                    </a:moveTo>
                    <a:cubicBezTo>
                      <a:pt x="81" y="1"/>
                      <a:pt x="1" y="525"/>
                      <a:pt x="1" y="818"/>
                    </a:cubicBezTo>
                    <a:lnTo>
                      <a:pt x="1244" y="910"/>
                    </a:lnTo>
                    <a:lnTo>
                      <a:pt x="2285" y="784"/>
                    </a:lnTo>
                    <a:cubicBezTo>
                      <a:pt x="2285" y="784"/>
                      <a:pt x="2326" y="329"/>
                      <a:pt x="1727" y="358"/>
                    </a:cubicBezTo>
                    <a:cubicBezTo>
                      <a:pt x="933" y="404"/>
                      <a:pt x="835" y="53"/>
                      <a:pt x="835" y="5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592;p39">
                <a:extLst>
                  <a:ext uri="{FF2B5EF4-FFF2-40B4-BE49-F238E27FC236}">
                    <a16:creationId xmlns:a16="http://schemas.microsoft.com/office/drawing/2014/main" id="{106423B7-4D1A-D5D1-3D36-2596D9EE431B}"/>
                  </a:ext>
                </a:extLst>
              </p:cNvPr>
              <p:cNvSpPr/>
              <p:nvPr/>
            </p:nvSpPr>
            <p:spPr>
              <a:xfrm>
                <a:off x="6128490" y="3271667"/>
                <a:ext cx="110026" cy="379407"/>
              </a:xfrm>
              <a:custGeom>
                <a:avLst/>
                <a:gdLst/>
                <a:ahLst/>
                <a:cxnLst/>
                <a:rect l="l" t="t" r="r" b="b"/>
                <a:pathLst>
                  <a:path w="1791" h="6176" extrusionOk="0">
                    <a:moveTo>
                      <a:pt x="358" y="5266"/>
                    </a:moveTo>
                    <a:cubicBezTo>
                      <a:pt x="369" y="5208"/>
                      <a:pt x="358" y="5133"/>
                      <a:pt x="346" y="5053"/>
                    </a:cubicBezTo>
                    <a:lnTo>
                      <a:pt x="346" y="5053"/>
                    </a:lnTo>
                    <a:cubicBezTo>
                      <a:pt x="317" y="4909"/>
                      <a:pt x="312" y="4771"/>
                      <a:pt x="312" y="4771"/>
                    </a:cubicBezTo>
                    <a:cubicBezTo>
                      <a:pt x="225" y="4029"/>
                      <a:pt x="1" y="2083"/>
                      <a:pt x="30" y="1767"/>
                    </a:cubicBezTo>
                    <a:cubicBezTo>
                      <a:pt x="47" y="1525"/>
                      <a:pt x="479" y="691"/>
                      <a:pt x="858" y="0"/>
                    </a:cubicBezTo>
                    <a:cubicBezTo>
                      <a:pt x="1163" y="340"/>
                      <a:pt x="1503" y="656"/>
                      <a:pt x="1750" y="1053"/>
                    </a:cubicBezTo>
                    <a:lnTo>
                      <a:pt x="1791" y="1117"/>
                    </a:lnTo>
                    <a:lnTo>
                      <a:pt x="1008" y="2014"/>
                    </a:lnTo>
                    <a:lnTo>
                      <a:pt x="858" y="4995"/>
                    </a:lnTo>
                    <a:cubicBezTo>
                      <a:pt x="870" y="5030"/>
                      <a:pt x="887" y="5064"/>
                      <a:pt x="904" y="5082"/>
                    </a:cubicBezTo>
                    <a:cubicBezTo>
                      <a:pt x="1066" y="5226"/>
                      <a:pt x="1158" y="5496"/>
                      <a:pt x="1163" y="5651"/>
                    </a:cubicBezTo>
                    <a:cubicBezTo>
                      <a:pt x="1163" y="5715"/>
                      <a:pt x="1025" y="5640"/>
                      <a:pt x="985" y="5600"/>
                    </a:cubicBezTo>
                    <a:cubicBezTo>
                      <a:pt x="979" y="5669"/>
                      <a:pt x="1094" y="6002"/>
                      <a:pt x="1094" y="6037"/>
                    </a:cubicBezTo>
                    <a:cubicBezTo>
                      <a:pt x="1089" y="6112"/>
                      <a:pt x="1037" y="6169"/>
                      <a:pt x="968" y="6169"/>
                    </a:cubicBezTo>
                    <a:cubicBezTo>
                      <a:pt x="737" y="6175"/>
                      <a:pt x="461" y="5997"/>
                      <a:pt x="415" y="5864"/>
                    </a:cubicBezTo>
                    <a:cubicBezTo>
                      <a:pt x="375" y="5766"/>
                      <a:pt x="317" y="5536"/>
                      <a:pt x="358" y="5266"/>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593;p39">
                <a:extLst>
                  <a:ext uri="{FF2B5EF4-FFF2-40B4-BE49-F238E27FC236}">
                    <a16:creationId xmlns:a16="http://schemas.microsoft.com/office/drawing/2014/main" id="{014C5529-9BF9-935F-8D4A-B285A2AD8D1F}"/>
                  </a:ext>
                </a:extLst>
              </p:cNvPr>
              <p:cNvSpPr/>
              <p:nvPr/>
            </p:nvSpPr>
            <p:spPr>
              <a:xfrm>
                <a:off x="6162462" y="3271667"/>
                <a:ext cx="76422" cy="281115"/>
              </a:xfrm>
              <a:custGeom>
                <a:avLst/>
                <a:gdLst/>
                <a:ahLst/>
                <a:cxnLst/>
                <a:rect l="l" t="t" r="r" b="b"/>
                <a:pathLst>
                  <a:path w="1244" h="4576" extrusionOk="0">
                    <a:moveTo>
                      <a:pt x="323" y="4575"/>
                    </a:moveTo>
                    <a:cubicBezTo>
                      <a:pt x="288" y="4403"/>
                      <a:pt x="213" y="2895"/>
                      <a:pt x="150" y="2360"/>
                    </a:cubicBezTo>
                    <a:cubicBezTo>
                      <a:pt x="81" y="1784"/>
                      <a:pt x="121" y="1456"/>
                      <a:pt x="144" y="915"/>
                    </a:cubicBezTo>
                    <a:cubicBezTo>
                      <a:pt x="150" y="777"/>
                      <a:pt x="69" y="662"/>
                      <a:pt x="0" y="576"/>
                    </a:cubicBezTo>
                    <a:cubicBezTo>
                      <a:pt x="104" y="380"/>
                      <a:pt x="208" y="190"/>
                      <a:pt x="311" y="0"/>
                    </a:cubicBezTo>
                    <a:cubicBezTo>
                      <a:pt x="616" y="340"/>
                      <a:pt x="956" y="656"/>
                      <a:pt x="1203" y="1053"/>
                    </a:cubicBezTo>
                    <a:lnTo>
                      <a:pt x="1243" y="1117"/>
                    </a:lnTo>
                    <a:lnTo>
                      <a:pt x="461" y="2014"/>
                    </a:ln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594;p39">
                <a:extLst>
                  <a:ext uri="{FF2B5EF4-FFF2-40B4-BE49-F238E27FC236}">
                    <a16:creationId xmlns:a16="http://schemas.microsoft.com/office/drawing/2014/main" id="{0F890477-2DAF-6899-76B8-B95472FE6A6D}"/>
                  </a:ext>
                </a:extLst>
              </p:cNvPr>
              <p:cNvSpPr/>
              <p:nvPr/>
            </p:nvSpPr>
            <p:spPr>
              <a:xfrm>
                <a:off x="6144770" y="3196719"/>
                <a:ext cx="162673" cy="177540"/>
              </a:xfrm>
              <a:custGeom>
                <a:avLst/>
                <a:gdLst/>
                <a:ahLst/>
                <a:cxnLst/>
                <a:rect l="l" t="t" r="r" b="b"/>
                <a:pathLst>
                  <a:path w="2648" h="2890" extrusionOk="0">
                    <a:moveTo>
                      <a:pt x="1785" y="40"/>
                    </a:moveTo>
                    <a:cubicBezTo>
                      <a:pt x="1129" y="0"/>
                      <a:pt x="824" y="489"/>
                      <a:pt x="1" y="1824"/>
                    </a:cubicBezTo>
                    <a:lnTo>
                      <a:pt x="1405" y="2889"/>
                    </a:lnTo>
                    <a:cubicBezTo>
                      <a:pt x="1405" y="2889"/>
                      <a:pt x="2596" y="1485"/>
                      <a:pt x="2619" y="921"/>
                    </a:cubicBezTo>
                    <a:cubicBezTo>
                      <a:pt x="2648" y="288"/>
                      <a:pt x="2164" y="63"/>
                      <a:pt x="1785" y="4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595;p39">
                <a:extLst>
                  <a:ext uri="{FF2B5EF4-FFF2-40B4-BE49-F238E27FC236}">
                    <a16:creationId xmlns:a16="http://schemas.microsoft.com/office/drawing/2014/main" id="{DEF49B42-5050-72E6-FC7A-767D0321D6A9}"/>
                  </a:ext>
                </a:extLst>
              </p:cNvPr>
              <p:cNvSpPr/>
              <p:nvPr/>
            </p:nvSpPr>
            <p:spPr>
              <a:xfrm>
                <a:off x="7545817" y="3489078"/>
                <a:ext cx="383646" cy="379407"/>
              </a:xfrm>
              <a:custGeom>
                <a:avLst/>
                <a:gdLst/>
                <a:ahLst/>
                <a:cxnLst/>
                <a:rect l="l" t="t" r="r" b="b"/>
                <a:pathLst>
                  <a:path w="6245" h="6176" extrusionOk="0">
                    <a:moveTo>
                      <a:pt x="5157" y="6175"/>
                    </a:moveTo>
                    <a:lnTo>
                      <a:pt x="6245" y="1865"/>
                    </a:lnTo>
                    <a:cubicBezTo>
                      <a:pt x="5221" y="1514"/>
                      <a:pt x="4352" y="858"/>
                      <a:pt x="3724" y="0"/>
                    </a:cubicBezTo>
                    <a:lnTo>
                      <a:pt x="1" y="2406"/>
                    </a:lnTo>
                    <a:cubicBezTo>
                      <a:pt x="1227" y="4184"/>
                      <a:pt x="3040" y="5537"/>
                      <a:pt x="5157" y="6175"/>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596;p39">
                <a:extLst>
                  <a:ext uri="{FF2B5EF4-FFF2-40B4-BE49-F238E27FC236}">
                    <a16:creationId xmlns:a16="http://schemas.microsoft.com/office/drawing/2014/main" id="{247DDE2E-BD1A-73F7-70FC-9CD8B6392771}"/>
                  </a:ext>
                </a:extLst>
              </p:cNvPr>
              <p:cNvSpPr/>
              <p:nvPr/>
            </p:nvSpPr>
            <p:spPr>
              <a:xfrm>
                <a:off x="7750881" y="2706669"/>
                <a:ext cx="876826" cy="693389"/>
              </a:xfrm>
              <a:custGeom>
                <a:avLst/>
                <a:gdLst/>
                <a:ahLst/>
                <a:cxnLst/>
                <a:rect l="l" t="t" r="r" b="b"/>
                <a:pathLst>
                  <a:path w="14273" h="11287" extrusionOk="0">
                    <a:moveTo>
                      <a:pt x="14273" y="9658"/>
                    </a:moveTo>
                    <a:cubicBezTo>
                      <a:pt x="14273" y="4334"/>
                      <a:pt x="9939" y="1"/>
                      <a:pt x="4610" y="1"/>
                    </a:cubicBezTo>
                    <a:cubicBezTo>
                      <a:pt x="2941" y="1"/>
                      <a:pt x="1365" y="421"/>
                      <a:pt x="1" y="1175"/>
                    </a:cubicBezTo>
                    <a:lnTo>
                      <a:pt x="2308" y="4967"/>
                    </a:lnTo>
                    <a:cubicBezTo>
                      <a:pt x="3005" y="4628"/>
                      <a:pt x="3782" y="4438"/>
                      <a:pt x="4610" y="4438"/>
                    </a:cubicBezTo>
                    <a:cubicBezTo>
                      <a:pt x="7494" y="4438"/>
                      <a:pt x="9830" y="6774"/>
                      <a:pt x="9830" y="9658"/>
                    </a:cubicBezTo>
                    <a:cubicBezTo>
                      <a:pt x="9830" y="9876"/>
                      <a:pt x="9818" y="10083"/>
                      <a:pt x="9795" y="10291"/>
                    </a:cubicBezTo>
                    <a:lnTo>
                      <a:pt x="14135" y="11286"/>
                    </a:lnTo>
                    <a:cubicBezTo>
                      <a:pt x="14221" y="10762"/>
                      <a:pt x="14273" y="10216"/>
                      <a:pt x="14273" y="9658"/>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597;p39">
                <a:extLst>
                  <a:ext uri="{FF2B5EF4-FFF2-40B4-BE49-F238E27FC236}">
                    <a16:creationId xmlns:a16="http://schemas.microsoft.com/office/drawing/2014/main" id="{F2CA3B09-04F0-8F89-0787-FF1A369BAFE2}"/>
                  </a:ext>
                </a:extLst>
              </p:cNvPr>
              <p:cNvSpPr/>
              <p:nvPr/>
            </p:nvSpPr>
            <p:spPr>
              <a:xfrm>
                <a:off x="7415025" y="2670608"/>
                <a:ext cx="1263974" cy="1263605"/>
              </a:xfrm>
              <a:custGeom>
                <a:avLst/>
                <a:gdLst/>
                <a:ahLst/>
                <a:cxnLst/>
                <a:rect l="l" t="t" r="r" b="b"/>
                <a:pathLst>
                  <a:path w="20575" h="20569" extrusionOk="0">
                    <a:moveTo>
                      <a:pt x="10285" y="2406"/>
                    </a:moveTo>
                    <a:cubicBezTo>
                      <a:pt x="5859" y="2406"/>
                      <a:pt x="2262" y="6003"/>
                      <a:pt x="2262" y="10429"/>
                    </a:cubicBezTo>
                    <a:cubicBezTo>
                      <a:pt x="2262" y="14848"/>
                      <a:pt x="5859" y="18445"/>
                      <a:pt x="10285" y="18445"/>
                    </a:cubicBezTo>
                    <a:cubicBezTo>
                      <a:pt x="14710" y="18445"/>
                      <a:pt x="18307" y="14848"/>
                      <a:pt x="18307" y="10429"/>
                    </a:cubicBezTo>
                    <a:cubicBezTo>
                      <a:pt x="18307" y="6003"/>
                      <a:pt x="14710" y="2406"/>
                      <a:pt x="10285" y="2406"/>
                    </a:cubicBezTo>
                    <a:close/>
                    <a:moveTo>
                      <a:pt x="10285" y="18347"/>
                    </a:moveTo>
                    <a:cubicBezTo>
                      <a:pt x="5917" y="18347"/>
                      <a:pt x="2366" y="14791"/>
                      <a:pt x="2366" y="10429"/>
                    </a:cubicBezTo>
                    <a:cubicBezTo>
                      <a:pt x="2366" y="6061"/>
                      <a:pt x="5917" y="2504"/>
                      <a:pt x="10285" y="2504"/>
                    </a:cubicBezTo>
                    <a:cubicBezTo>
                      <a:pt x="14652" y="2504"/>
                      <a:pt x="18203" y="6061"/>
                      <a:pt x="18203" y="10429"/>
                    </a:cubicBezTo>
                    <a:cubicBezTo>
                      <a:pt x="18203" y="14791"/>
                      <a:pt x="14652" y="18347"/>
                      <a:pt x="10285" y="18347"/>
                    </a:cubicBezTo>
                    <a:close/>
                    <a:moveTo>
                      <a:pt x="10388" y="1451"/>
                    </a:moveTo>
                    <a:lnTo>
                      <a:pt x="10192" y="1451"/>
                    </a:lnTo>
                    <a:lnTo>
                      <a:pt x="10192" y="1"/>
                    </a:lnTo>
                    <a:lnTo>
                      <a:pt x="10388" y="1"/>
                    </a:lnTo>
                    <a:close/>
                    <a:moveTo>
                      <a:pt x="10187" y="19124"/>
                    </a:moveTo>
                    <a:lnTo>
                      <a:pt x="10377" y="19124"/>
                    </a:lnTo>
                    <a:lnTo>
                      <a:pt x="10377" y="20569"/>
                    </a:lnTo>
                    <a:lnTo>
                      <a:pt x="10187" y="20569"/>
                    </a:lnTo>
                    <a:close/>
                    <a:moveTo>
                      <a:pt x="9416" y="1486"/>
                    </a:moveTo>
                    <a:lnTo>
                      <a:pt x="9283" y="47"/>
                    </a:lnTo>
                    <a:lnTo>
                      <a:pt x="9479" y="30"/>
                    </a:lnTo>
                    <a:lnTo>
                      <a:pt x="9611" y="1468"/>
                    </a:lnTo>
                    <a:close/>
                    <a:moveTo>
                      <a:pt x="11154" y="19078"/>
                    </a:moveTo>
                    <a:lnTo>
                      <a:pt x="11286" y="20517"/>
                    </a:lnTo>
                    <a:lnTo>
                      <a:pt x="11090" y="20534"/>
                    </a:lnTo>
                    <a:lnTo>
                      <a:pt x="10964" y="19095"/>
                    </a:lnTo>
                    <a:close/>
                    <a:moveTo>
                      <a:pt x="8650" y="1601"/>
                    </a:moveTo>
                    <a:lnTo>
                      <a:pt x="8403" y="174"/>
                    </a:lnTo>
                    <a:lnTo>
                      <a:pt x="8593" y="139"/>
                    </a:lnTo>
                    <a:lnTo>
                      <a:pt x="8846" y="1566"/>
                    </a:lnTo>
                    <a:close/>
                    <a:moveTo>
                      <a:pt x="11919" y="18975"/>
                    </a:moveTo>
                    <a:lnTo>
                      <a:pt x="12172" y="20396"/>
                    </a:lnTo>
                    <a:lnTo>
                      <a:pt x="11976" y="20431"/>
                    </a:lnTo>
                    <a:lnTo>
                      <a:pt x="11723" y="19009"/>
                    </a:lnTo>
                    <a:close/>
                    <a:moveTo>
                      <a:pt x="7902" y="1773"/>
                    </a:moveTo>
                    <a:lnTo>
                      <a:pt x="7528" y="375"/>
                    </a:lnTo>
                    <a:lnTo>
                      <a:pt x="7718" y="329"/>
                    </a:lnTo>
                    <a:lnTo>
                      <a:pt x="8092" y="1722"/>
                    </a:lnTo>
                    <a:close/>
                    <a:moveTo>
                      <a:pt x="12667" y="18802"/>
                    </a:moveTo>
                    <a:lnTo>
                      <a:pt x="13041" y="20195"/>
                    </a:lnTo>
                    <a:lnTo>
                      <a:pt x="12851" y="20246"/>
                    </a:lnTo>
                    <a:lnTo>
                      <a:pt x="12477" y="18848"/>
                    </a:lnTo>
                    <a:close/>
                    <a:moveTo>
                      <a:pt x="7171" y="2009"/>
                    </a:moveTo>
                    <a:lnTo>
                      <a:pt x="6676" y="651"/>
                    </a:lnTo>
                    <a:lnTo>
                      <a:pt x="6860" y="588"/>
                    </a:lnTo>
                    <a:lnTo>
                      <a:pt x="7355" y="1946"/>
                    </a:lnTo>
                    <a:close/>
                    <a:moveTo>
                      <a:pt x="13398" y="18555"/>
                    </a:moveTo>
                    <a:lnTo>
                      <a:pt x="13899" y="19913"/>
                    </a:lnTo>
                    <a:lnTo>
                      <a:pt x="13709" y="19982"/>
                    </a:lnTo>
                    <a:lnTo>
                      <a:pt x="13214" y="18618"/>
                    </a:lnTo>
                    <a:close/>
                    <a:moveTo>
                      <a:pt x="6458" y="2314"/>
                    </a:moveTo>
                    <a:lnTo>
                      <a:pt x="5848" y="1002"/>
                    </a:lnTo>
                    <a:lnTo>
                      <a:pt x="6026" y="916"/>
                    </a:lnTo>
                    <a:lnTo>
                      <a:pt x="6636" y="2228"/>
                    </a:lnTo>
                    <a:close/>
                    <a:moveTo>
                      <a:pt x="14112" y="18255"/>
                    </a:moveTo>
                    <a:lnTo>
                      <a:pt x="14722" y="19562"/>
                    </a:lnTo>
                    <a:lnTo>
                      <a:pt x="14543" y="19648"/>
                    </a:lnTo>
                    <a:lnTo>
                      <a:pt x="13933" y="18342"/>
                    </a:lnTo>
                    <a:close/>
                    <a:moveTo>
                      <a:pt x="5784" y="2677"/>
                    </a:moveTo>
                    <a:lnTo>
                      <a:pt x="5065" y="1428"/>
                    </a:lnTo>
                    <a:lnTo>
                      <a:pt x="5238" y="1325"/>
                    </a:lnTo>
                    <a:lnTo>
                      <a:pt x="5957" y="2579"/>
                    </a:lnTo>
                    <a:close/>
                    <a:moveTo>
                      <a:pt x="14791" y="17893"/>
                    </a:moveTo>
                    <a:lnTo>
                      <a:pt x="15510" y="19147"/>
                    </a:lnTo>
                    <a:lnTo>
                      <a:pt x="15332" y="19245"/>
                    </a:lnTo>
                    <a:lnTo>
                      <a:pt x="14612" y="17996"/>
                    </a:lnTo>
                    <a:close/>
                    <a:moveTo>
                      <a:pt x="5134" y="3103"/>
                    </a:moveTo>
                    <a:lnTo>
                      <a:pt x="4305" y="1923"/>
                    </a:lnTo>
                    <a:lnTo>
                      <a:pt x="4466" y="1808"/>
                    </a:lnTo>
                    <a:lnTo>
                      <a:pt x="5295" y="2988"/>
                    </a:lnTo>
                    <a:close/>
                    <a:moveTo>
                      <a:pt x="15435" y="17467"/>
                    </a:moveTo>
                    <a:lnTo>
                      <a:pt x="16264" y="18647"/>
                    </a:lnTo>
                    <a:lnTo>
                      <a:pt x="16103" y="18762"/>
                    </a:lnTo>
                    <a:lnTo>
                      <a:pt x="15280" y="17582"/>
                    </a:lnTo>
                    <a:close/>
                    <a:moveTo>
                      <a:pt x="4530" y="3580"/>
                    </a:moveTo>
                    <a:lnTo>
                      <a:pt x="3603" y="2470"/>
                    </a:lnTo>
                    <a:lnTo>
                      <a:pt x="3753" y="2343"/>
                    </a:lnTo>
                    <a:lnTo>
                      <a:pt x="4679" y="3448"/>
                    </a:lnTo>
                    <a:close/>
                    <a:moveTo>
                      <a:pt x="16039" y="16995"/>
                    </a:moveTo>
                    <a:lnTo>
                      <a:pt x="16966" y="18100"/>
                    </a:lnTo>
                    <a:lnTo>
                      <a:pt x="16816" y="18232"/>
                    </a:lnTo>
                    <a:lnTo>
                      <a:pt x="15890" y="17122"/>
                    </a:lnTo>
                    <a:close/>
                    <a:moveTo>
                      <a:pt x="3960" y="4104"/>
                    </a:moveTo>
                    <a:lnTo>
                      <a:pt x="2941" y="3080"/>
                    </a:lnTo>
                    <a:lnTo>
                      <a:pt x="3080" y="2947"/>
                    </a:lnTo>
                    <a:lnTo>
                      <a:pt x="4098" y="3966"/>
                    </a:lnTo>
                    <a:close/>
                    <a:moveTo>
                      <a:pt x="16609" y="16460"/>
                    </a:moveTo>
                    <a:lnTo>
                      <a:pt x="17628" y="17484"/>
                    </a:lnTo>
                    <a:lnTo>
                      <a:pt x="17495" y="17622"/>
                    </a:lnTo>
                    <a:lnTo>
                      <a:pt x="16471" y="16598"/>
                    </a:lnTo>
                    <a:close/>
                    <a:moveTo>
                      <a:pt x="3454" y="4680"/>
                    </a:moveTo>
                    <a:lnTo>
                      <a:pt x="2343" y="3753"/>
                    </a:lnTo>
                    <a:lnTo>
                      <a:pt x="2475" y="3598"/>
                    </a:lnTo>
                    <a:lnTo>
                      <a:pt x="3580" y="4530"/>
                    </a:lnTo>
                    <a:close/>
                    <a:moveTo>
                      <a:pt x="17121" y="15896"/>
                    </a:moveTo>
                    <a:lnTo>
                      <a:pt x="18226" y="16822"/>
                    </a:lnTo>
                    <a:lnTo>
                      <a:pt x="18100" y="16972"/>
                    </a:lnTo>
                    <a:lnTo>
                      <a:pt x="16989" y="16045"/>
                    </a:lnTo>
                    <a:close/>
                    <a:moveTo>
                      <a:pt x="2993" y="5295"/>
                    </a:moveTo>
                    <a:lnTo>
                      <a:pt x="1808" y="4472"/>
                    </a:lnTo>
                    <a:lnTo>
                      <a:pt x="1923" y="4311"/>
                    </a:lnTo>
                    <a:lnTo>
                      <a:pt x="3103" y="5140"/>
                    </a:lnTo>
                    <a:close/>
                    <a:moveTo>
                      <a:pt x="17582" y="15274"/>
                    </a:moveTo>
                    <a:lnTo>
                      <a:pt x="18761" y="16103"/>
                    </a:lnTo>
                    <a:lnTo>
                      <a:pt x="18646" y="16258"/>
                    </a:lnTo>
                    <a:lnTo>
                      <a:pt x="17467" y="15435"/>
                    </a:lnTo>
                    <a:close/>
                    <a:moveTo>
                      <a:pt x="2579" y="5951"/>
                    </a:moveTo>
                    <a:lnTo>
                      <a:pt x="1330" y="5232"/>
                    </a:lnTo>
                    <a:lnTo>
                      <a:pt x="1428" y="5059"/>
                    </a:lnTo>
                    <a:lnTo>
                      <a:pt x="2682" y="5779"/>
                    </a:lnTo>
                    <a:close/>
                    <a:moveTo>
                      <a:pt x="17990" y="14618"/>
                    </a:moveTo>
                    <a:lnTo>
                      <a:pt x="19239" y="15338"/>
                    </a:lnTo>
                    <a:lnTo>
                      <a:pt x="19141" y="15510"/>
                    </a:lnTo>
                    <a:lnTo>
                      <a:pt x="17887" y="14791"/>
                    </a:lnTo>
                    <a:close/>
                    <a:moveTo>
                      <a:pt x="2234" y="6636"/>
                    </a:moveTo>
                    <a:lnTo>
                      <a:pt x="927" y="6026"/>
                    </a:lnTo>
                    <a:lnTo>
                      <a:pt x="1014" y="5842"/>
                    </a:lnTo>
                    <a:lnTo>
                      <a:pt x="2320" y="6458"/>
                    </a:lnTo>
                    <a:close/>
                    <a:moveTo>
                      <a:pt x="18336" y="13928"/>
                    </a:moveTo>
                    <a:lnTo>
                      <a:pt x="19642" y="14543"/>
                    </a:lnTo>
                    <a:lnTo>
                      <a:pt x="19556" y="14722"/>
                    </a:lnTo>
                    <a:lnTo>
                      <a:pt x="18249" y="14112"/>
                    </a:lnTo>
                    <a:close/>
                    <a:moveTo>
                      <a:pt x="1946" y="7356"/>
                    </a:moveTo>
                    <a:lnTo>
                      <a:pt x="588" y="6861"/>
                    </a:lnTo>
                    <a:lnTo>
                      <a:pt x="651" y="6671"/>
                    </a:lnTo>
                    <a:lnTo>
                      <a:pt x="2015" y="7166"/>
                    </a:lnTo>
                    <a:close/>
                    <a:moveTo>
                      <a:pt x="18623" y="13220"/>
                    </a:moveTo>
                    <a:lnTo>
                      <a:pt x="19981" y="13715"/>
                    </a:lnTo>
                    <a:lnTo>
                      <a:pt x="19918" y="13899"/>
                    </a:lnTo>
                    <a:lnTo>
                      <a:pt x="18560" y="13404"/>
                    </a:lnTo>
                    <a:close/>
                    <a:moveTo>
                      <a:pt x="1727" y="8086"/>
                    </a:moveTo>
                    <a:lnTo>
                      <a:pt x="329" y="7712"/>
                    </a:lnTo>
                    <a:lnTo>
                      <a:pt x="381" y="7528"/>
                    </a:lnTo>
                    <a:lnTo>
                      <a:pt x="1773" y="7902"/>
                    </a:lnTo>
                    <a:close/>
                    <a:moveTo>
                      <a:pt x="18848" y="12477"/>
                    </a:moveTo>
                    <a:lnTo>
                      <a:pt x="20240" y="12851"/>
                    </a:lnTo>
                    <a:lnTo>
                      <a:pt x="20189" y="13036"/>
                    </a:lnTo>
                    <a:lnTo>
                      <a:pt x="18796" y="12662"/>
                    </a:lnTo>
                    <a:close/>
                    <a:moveTo>
                      <a:pt x="1566" y="8846"/>
                    </a:moveTo>
                    <a:lnTo>
                      <a:pt x="145" y="8599"/>
                    </a:lnTo>
                    <a:lnTo>
                      <a:pt x="179" y="8403"/>
                    </a:lnTo>
                    <a:lnTo>
                      <a:pt x="1601" y="8656"/>
                    </a:lnTo>
                    <a:close/>
                    <a:moveTo>
                      <a:pt x="19003" y="11724"/>
                    </a:moveTo>
                    <a:lnTo>
                      <a:pt x="20430" y="11971"/>
                    </a:lnTo>
                    <a:lnTo>
                      <a:pt x="20390" y="12167"/>
                    </a:lnTo>
                    <a:lnTo>
                      <a:pt x="18969" y="11913"/>
                    </a:lnTo>
                    <a:close/>
                    <a:moveTo>
                      <a:pt x="1474" y="9612"/>
                    </a:moveTo>
                    <a:lnTo>
                      <a:pt x="35" y="9485"/>
                    </a:lnTo>
                    <a:lnTo>
                      <a:pt x="47" y="9289"/>
                    </a:lnTo>
                    <a:lnTo>
                      <a:pt x="1485" y="9422"/>
                    </a:lnTo>
                    <a:close/>
                    <a:moveTo>
                      <a:pt x="19095" y="10958"/>
                    </a:moveTo>
                    <a:lnTo>
                      <a:pt x="20534" y="11085"/>
                    </a:lnTo>
                    <a:lnTo>
                      <a:pt x="20522" y="11280"/>
                    </a:lnTo>
                    <a:lnTo>
                      <a:pt x="19084" y="11154"/>
                    </a:lnTo>
                    <a:close/>
                    <a:moveTo>
                      <a:pt x="1445" y="10383"/>
                    </a:moveTo>
                    <a:lnTo>
                      <a:pt x="1" y="10383"/>
                    </a:lnTo>
                    <a:lnTo>
                      <a:pt x="1" y="10187"/>
                    </a:lnTo>
                    <a:lnTo>
                      <a:pt x="1445" y="10187"/>
                    </a:lnTo>
                    <a:close/>
                    <a:moveTo>
                      <a:pt x="20574" y="10187"/>
                    </a:moveTo>
                    <a:lnTo>
                      <a:pt x="20574" y="10383"/>
                    </a:lnTo>
                    <a:lnTo>
                      <a:pt x="19124" y="10383"/>
                    </a:lnTo>
                    <a:lnTo>
                      <a:pt x="19124" y="10187"/>
                    </a:lnTo>
                    <a:close/>
                    <a:moveTo>
                      <a:pt x="1485" y="11154"/>
                    </a:moveTo>
                    <a:lnTo>
                      <a:pt x="47" y="11280"/>
                    </a:lnTo>
                    <a:lnTo>
                      <a:pt x="35" y="11085"/>
                    </a:lnTo>
                    <a:lnTo>
                      <a:pt x="1474" y="10958"/>
                    </a:lnTo>
                    <a:close/>
                    <a:moveTo>
                      <a:pt x="19084" y="9422"/>
                    </a:moveTo>
                    <a:lnTo>
                      <a:pt x="20522" y="9289"/>
                    </a:lnTo>
                    <a:lnTo>
                      <a:pt x="20534" y="9485"/>
                    </a:lnTo>
                    <a:lnTo>
                      <a:pt x="19095" y="9612"/>
                    </a:lnTo>
                    <a:close/>
                    <a:moveTo>
                      <a:pt x="1595" y="11913"/>
                    </a:moveTo>
                    <a:lnTo>
                      <a:pt x="173" y="12167"/>
                    </a:lnTo>
                    <a:lnTo>
                      <a:pt x="133" y="11971"/>
                    </a:lnTo>
                    <a:lnTo>
                      <a:pt x="1560" y="11724"/>
                    </a:lnTo>
                    <a:close/>
                    <a:moveTo>
                      <a:pt x="18974" y="8650"/>
                    </a:moveTo>
                    <a:lnTo>
                      <a:pt x="20402" y="8397"/>
                    </a:lnTo>
                    <a:lnTo>
                      <a:pt x="20436" y="8593"/>
                    </a:lnTo>
                    <a:lnTo>
                      <a:pt x="19009" y="8846"/>
                    </a:lnTo>
                    <a:close/>
                    <a:moveTo>
                      <a:pt x="1773" y="12673"/>
                    </a:moveTo>
                    <a:lnTo>
                      <a:pt x="381" y="13047"/>
                    </a:lnTo>
                    <a:lnTo>
                      <a:pt x="329" y="12857"/>
                    </a:lnTo>
                    <a:lnTo>
                      <a:pt x="1727" y="12483"/>
                    </a:lnTo>
                    <a:close/>
                    <a:moveTo>
                      <a:pt x="18796" y="7902"/>
                    </a:moveTo>
                    <a:lnTo>
                      <a:pt x="20189" y="7528"/>
                    </a:lnTo>
                    <a:lnTo>
                      <a:pt x="20240" y="7712"/>
                    </a:lnTo>
                    <a:lnTo>
                      <a:pt x="18848" y="8086"/>
                    </a:lnTo>
                    <a:close/>
                    <a:moveTo>
                      <a:pt x="2015" y="13398"/>
                    </a:moveTo>
                    <a:lnTo>
                      <a:pt x="651" y="13893"/>
                    </a:lnTo>
                    <a:lnTo>
                      <a:pt x="588" y="13709"/>
                    </a:lnTo>
                    <a:lnTo>
                      <a:pt x="1946" y="13208"/>
                    </a:lnTo>
                    <a:close/>
                    <a:moveTo>
                      <a:pt x="18560" y="7166"/>
                    </a:moveTo>
                    <a:lnTo>
                      <a:pt x="19918" y="6671"/>
                    </a:lnTo>
                    <a:lnTo>
                      <a:pt x="19981" y="6861"/>
                    </a:lnTo>
                    <a:lnTo>
                      <a:pt x="18623" y="7356"/>
                    </a:lnTo>
                    <a:close/>
                    <a:moveTo>
                      <a:pt x="2314" y="14112"/>
                    </a:moveTo>
                    <a:lnTo>
                      <a:pt x="1008" y="14722"/>
                    </a:lnTo>
                    <a:lnTo>
                      <a:pt x="921" y="14543"/>
                    </a:lnTo>
                    <a:lnTo>
                      <a:pt x="2228" y="13928"/>
                    </a:lnTo>
                    <a:close/>
                    <a:moveTo>
                      <a:pt x="18255" y="6464"/>
                    </a:moveTo>
                    <a:lnTo>
                      <a:pt x="19567" y="5848"/>
                    </a:lnTo>
                    <a:lnTo>
                      <a:pt x="19653" y="6032"/>
                    </a:lnTo>
                    <a:lnTo>
                      <a:pt x="18341" y="6642"/>
                    </a:lnTo>
                    <a:close/>
                    <a:moveTo>
                      <a:pt x="2682" y="14791"/>
                    </a:moveTo>
                    <a:lnTo>
                      <a:pt x="1428" y="15510"/>
                    </a:lnTo>
                    <a:lnTo>
                      <a:pt x="1330" y="15338"/>
                    </a:lnTo>
                    <a:lnTo>
                      <a:pt x="2579" y="14618"/>
                    </a:lnTo>
                    <a:close/>
                    <a:moveTo>
                      <a:pt x="17887" y="5779"/>
                    </a:moveTo>
                    <a:lnTo>
                      <a:pt x="19141" y="5059"/>
                    </a:lnTo>
                    <a:lnTo>
                      <a:pt x="19239" y="5232"/>
                    </a:lnTo>
                    <a:lnTo>
                      <a:pt x="17990" y="5951"/>
                    </a:lnTo>
                    <a:close/>
                    <a:moveTo>
                      <a:pt x="3097" y="15435"/>
                    </a:moveTo>
                    <a:lnTo>
                      <a:pt x="1917" y="16258"/>
                    </a:lnTo>
                    <a:lnTo>
                      <a:pt x="1802" y="16103"/>
                    </a:lnTo>
                    <a:lnTo>
                      <a:pt x="2982" y="15274"/>
                    </a:lnTo>
                    <a:close/>
                    <a:moveTo>
                      <a:pt x="17472" y="5134"/>
                    </a:moveTo>
                    <a:lnTo>
                      <a:pt x="18652" y="4306"/>
                    </a:lnTo>
                    <a:lnTo>
                      <a:pt x="18767" y="4461"/>
                    </a:lnTo>
                    <a:lnTo>
                      <a:pt x="17587" y="5290"/>
                    </a:lnTo>
                    <a:close/>
                    <a:moveTo>
                      <a:pt x="3580" y="16045"/>
                    </a:moveTo>
                    <a:lnTo>
                      <a:pt x="2475" y="16972"/>
                    </a:lnTo>
                    <a:lnTo>
                      <a:pt x="2343" y="16822"/>
                    </a:lnTo>
                    <a:lnTo>
                      <a:pt x="3454" y="15896"/>
                    </a:lnTo>
                    <a:close/>
                    <a:moveTo>
                      <a:pt x="16989" y="4530"/>
                    </a:moveTo>
                    <a:lnTo>
                      <a:pt x="18100" y="3598"/>
                    </a:lnTo>
                    <a:lnTo>
                      <a:pt x="18226" y="3753"/>
                    </a:lnTo>
                    <a:lnTo>
                      <a:pt x="17121" y="4680"/>
                    </a:lnTo>
                    <a:close/>
                    <a:moveTo>
                      <a:pt x="4104" y="16604"/>
                    </a:moveTo>
                    <a:lnTo>
                      <a:pt x="3085" y="17628"/>
                    </a:lnTo>
                    <a:lnTo>
                      <a:pt x="2947" y="17490"/>
                    </a:lnTo>
                    <a:lnTo>
                      <a:pt x="3966" y="16471"/>
                    </a:lnTo>
                    <a:close/>
                    <a:moveTo>
                      <a:pt x="16465" y="3966"/>
                    </a:moveTo>
                    <a:lnTo>
                      <a:pt x="17484" y="2947"/>
                    </a:lnTo>
                    <a:lnTo>
                      <a:pt x="17622" y="3080"/>
                    </a:lnTo>
                    <a:lnTo>
                      <a:pt x="16603" y="4104"/>
                    </a:lnTo>
                    <a:close/>
                    <a:moveTo>
                      <a:pt x="4679" y="17116"/>
                    </a:moveTo>
                    <a:lnTo>
                      <a:pt x="3753" y="18226"/>
                    </a:lnTo>
                    <a:lnTo>
                      <a:pt x="3603" y="18094"/>
                    </a:lnTo>
                    <a:lnTo>
                      <a:pt x="4530" y="16989"/>
                    </a:lnTo>
                    <a:close/>
                    <a:moveTo>
                      <a:pt x="15890" y="3448"/>
                    </a:moveTo>
                    <a:lnTo>
                      <a:pt x="16816" y="2343"/>
                    </a:lnTo>
                    <a:lnTo>
                      <a:pt x="16966" y="2470"/>
                    </a:lnTo>
                    <a:lnTo>
                      <a:pt x="16039" y="3580"/>
                    </a:lnTo>
                    <a:close/>
                    <a:moveTo>
                      <a:pt x="5295" y="17582"/>
                    </a:moveTo>
                    <a:lnTo>
                      <a:pt x="4466" y="18762"/>
                    </a:lnTo>
                    <a:lnTo>
                      <a:pt x="4305" y="18647"/>
                    </a:lnTo>
                    <a:lnTo>
                      <a:pt x="5134" y="17467"/>
                    </a:lnTo>
                    <a:close/>
                    <a:moveTo>
                      <a:pt x="15280" y="2988"/>
                    </a:moveTo>
                    <a:lnTo>
                      <a:pt x="16103" y="1808"/>
                    </a:lnTo>
                    <a:lnTo>
                      <a:pt x="16264" y="1923"/>
                    </a:lnTo>
                    <a:lnTo>
                      <a:pt x="15435" y="3103"/>
                    </a:lnTo>
                    <a:close/>
                    <a:moveTo>
                      <a:pt x="5945" y="17985"/>
                    </a:moveTo>
                    <a:lnTo>
                      <a:pt x="5226" y="19239"/>
                    </a:lnTo>
                    <a:lnTo>
                      <a:pt x="5053" y="19136"/>
                    </a:lnTo>
                    <a:lnTo>
                      <a:pt x="5773" y="17887"/>
                    </a:lnTo>
                    <a:close/>
                    <a:moveTo>
                      <a:pt x="14624" y="2579"/>
                    </a:moveTo>
                    <a:lnTo>
                      <a:pt x="15343" y="1325"/>
                    </a:lnTo>
                    <a:lnTo>
                      <a:pt x="15516" y="1428"/>
                    </a:lnTo>
                    <a:lnTo>
                      <a:pt x="14796" y="2677"/>
                    </a:lnTo>
                    <a:close/>
                    <a:moveTo>
                      <a:pt x="6458" y="18255"/>
                    </a:moveTo>
                    <a:lnTo>
                      <a:pt x="6636" y="18342"/>
                    </a:lnTo>
                    <a:lnTo>
                      <a:pt x="6026" y="19648"/>
                    </a:lnTo>
                    <a:lnTo>
                      <a:pt x="5848" y="19562"/>
                    </a:lnTo>
                    <a:close/>
                    <a:moveTo>
                      <a:pt x="14112" y="2314"/>
                    </a:moveTo>
                    <a:lnTo>
                      <a:pt x="13933" y="2228"/>
                    </a:lnTo>
                    <a:lnTo>
                      <a:pt x="14543" y="916"/>
                    </a:lnTo>
                    <a:lnTo>
                      <a:pt x="14722" y="1002"/>
                    </a:lnTo>
                    <a:close/>
                    <a:moveTo>
                      <a:pt x="7171" y="18555"/>
                    </a:moveTo>
                    <a:lnTo>
                      <a:pt x="7355" y="18618"/>
                    </a:lnTo>
                    <a:lnTo>
                      <a:pt x="6860" y="19982"/>
                    </a:lnTo>
                    <a:lnTo>
                      <a:pt x="6676" y="19913"/>
                    </a:lnTo>
                    <a:close/>
                    <a:moveTo>
                      <a:pt x="13398" y="2009"/>
                    </a:moveTo>
                    <a:lnTo>
                      <a:pt x="13214" y="1946"/>
                    </a:lnTo>
                    <a:lnTo>
                      <a:pt x="13709" y="588"/>
                    </a:lnTo>
                    <a:lnTo>
                      <a:pt x="13899" y="651"/>
                    </a:lnTo>
                    <a:close/>
                    <a:moveTo>
                      <a:pt x="7902" y="18802"/>
                    </a:moveTo>
                    <a:lnTo>
                      <a:pt x="8092" y="18848"/>
                    </a:lnTo>
                    <a:lnTo>
                      <a:pt x="7718" y="20246"/>
                    </a:lnTo>
                    <a:lnTo>
                      <a:pt x="7528" y="20195"/>
                    </a:lnTo>
                    <a:close/>
                    <a:moveTo>
                      <a:pt x="12667" y="1773"/>
                    </a:moveTo>
                    <a:lnTo>
                      <a:pt x="12477" y="1722"/>
                    </a:lnTo>
                    <a:lnTo>
                      <a:pt x="12851" y="329"/>
                    </a:lnTo>
                    <a:lnTo>
                      <a:pt x="13041" y="375"/>
                    </a:lnTo>
                    <a:close/>
                    <a:moveTo>
                      <a:pt x="8650" y="18975"/>
                    </a:moveTo>
                    <a:lnTo>
                      <a:pt x="8846" y="19009"/>
                    </a:lnTo>
                    <a:lnTo>
                      <a:pt x="8593" y="20431"/>
                    </a:lnTo>
                    <a:lnTo>
                      <a:pt x="8403" y="20396"/>
                    </a:lnTo>
                    <a:close/>
                    <a:moveTo>
                      <a:pt x="11919" y="1601"/>
                    </a:moveTo>
                    <a:lnTo>
                      <a:pt x="11723" y="1566"/>
                    </a:lnTo>
                    <a:lnTo>
                      <a:pt x="11976" y="139"/>
                    </a:lnTo>
                    <a:lnTo>
                      <a:pt x="12172" y="174"/>
                    </a:lnTo>
                    <a:close/>
                    <a:moveTo>
                      <a:pt x="9416" y="19078"/>
                    </a:moveTo>
                    <a:lnTo>
                      <a:pt x="9611" y="19095"/>
                    </a:lnTo>
                    <a:lnTo>
                      <a:pt x="9479" y="20534"/>
                    </a:lnTo>
                    <a:lnTo>
                      <a:pt x="9283" y="20517"/>
                    </a:lnTo>
                    <a:close/>
                    <a:moveTo>
                      <a:pt x="11154" y="1486"/>
                    </a:moveTo>
                    <a:lnTo>
                      <a:pt x="10964" y="1468"/>
                    </a:lnTo>
                    <a:lnTo>
                      <a:pt x="11090" y="30"/>
                    </a:lnTo>
                    <a:lnTo>
                      <a:pt x="11286" y="4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3" name="Picture 102">
            <a:extLst>
              <a:ext uri="{FF2B5EF4-FFF2-40B4-BE49-F238E27FC236}">
                <a16:creationId xmlns:a16="http://schemas.microsoft.com/office/drawing/2014/main" id="{C460B241-5D4B-4CF8-4A2D-2F39C01B0DD3}"/>
              </a:ext>
            </a:extLst>
          </p:cNvPr>
          <p:cNvPicPr>
            <a:picLocks noChangeAspect="1"/>
          </p:cNvPicPr>
          <p:nvPr/>
        </p:nvPicPr>
        <p:blipFill>
          <a:blip r:embed="rId2"/>
          <a:stretch>
            <a:fillRect/>
          </a:stretch>
        </p:blipFill>
        <p:spPr>
          <a:xfrm>
            <a:off x="615924" y="-97086"/>
            <a:ext cx="905398" cy="905398"/>
          </a:xfrm>
          <a:prstGeom prst="rect">
            <a:avLst/>
          </a:prstGeom>
        </p:spPr>
      </p:pic>
    </p:spTree>
    <p:extLst>
      <p:ext uri="{BB962C8B-B14F-4D97-AF65-F5344CB8AC3E}">
        <p14:creationId xmlns:p14="http://schemas.microsoft.com/office/powerpoint/2010/main" val="149271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B9946-C5EB-5217-5661-5AA6A37343D5}"/>
              </a:ext>
            </a:extLst>
          </p:cNvPr>
          <p:cNvSpPr>
            <a:spLocks noGrp="1"/>
          </p:cNvSpPr>
          <p:nvPr>
            <p:ph type="title"/>
          </p:nvPr>
        </p:nvSpPr>
        <p:spPr>
          <a:xfrm>
            <a:off x="1284000" y="1555613"/>
            <a:ext cx="6576000" cy="882787"/>
          </a:xfrm>
        </p:spPr>
        <p:txBody>
          <a:bodyPr/>
          <a:lstStyle/>
          <a:p>
            <a:r>
              <a:rPr lang="vi-VN" sz="3600" dirty="0">
                <a:latin typeface="Segoe UI Semibold" panose="020B0702040204020203" pitchFamily="34" charset="0"/>
                <a:cs typeface="Segoe UI Semibold" panose="020B0702040204020203" pitchFamily="34" charset="0"/>
              </a:rPr>
              <a:t>Mục tiêu chính</a:t>
            </a:r>
            <a:endParaRPr lang="en-US" sz="3600" dirty="0">
              <a:latin typeface="Segoe UI Semibold" panose="020B0702040204020203" pitchFamily="34" charset="0"/>
              <a:cs typeface="Segoe UI Semibold" panose="020B0702040204020203" pitchFamily="34" charset="0"/>
            </a:endParaRPr>
          </a:p>
        </p:txBody>
      </p:sp>
      <p:sp>
        <p:nvSpPr>
          <p:cNvPr id="3" name="Subtitle 2">
            <a:extLst>
              <a:ext uri="{FF2B5EF4-FFF2-40B4-BE49-F238E27FC236}">
                <a16:creationId xmlns:a16="http://schemas.microsoft.com/office/drawing/2014/main" id="{035A7AE6-4B61-F2D3-B22B-2E0B06898A67}"/>
              </a:ext>
            </a:extLst>
          </p:cNvPr>
          <p:cNvSpPr>
            <a:spLocks noGrp="1"/>
          </p:cNvSpPr>
          <p:nvPr>
            <p:ph type="subTitle" idx="1"/>
          </p:nvPr>
        </p:nvSpPr>
        <p:spPr>
          <a:xfrm>
            <a:off x="1284000" y="2571750"/>
            <a:ext cx="6576000" cy="1517030"/>
          </a:xfrm>
        </p:spPr>
        <p:txBody>
          <a:bodyPr/>
          <a:lstStyle/>
          <a:p>
            <a:pPr algn="l">
              <a:buClr>
                <a:schemeClr val="bg1"/>
              </a:buClr>
              <a:buSzPct val="88000"/>
              <a:buFont typeface="Arial" panose="020B0604020202020204" pitchFamily="34" charset="0"/>
              <a:buChar char="•"/>
            </a:pPr>
            <a:r>
              <a:rPr lang="en-US" dirty="0" err="1">
                <a:effectLst/>
                <a:latin typeface="Segoe UI Variable Small" pitchFamily="2" charset="0"/>
                <a:ea typeface="Times New Roman" panose="02020603050405020304" pitchFamily="18" charset="0"/>
              </a:rPr>
              <a:t>Xây</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dựng</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thành</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công</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một</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hệ</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thống</a:t>
            </a:r>
            <a:r>
              <a:rPr lang="en-US" dirty="0">
                <a:effectLst/>
                <a:latin typeface="Segoe UI Variable Small" pitchFamily="2" charset="0"/>
                <a:ea typeface="Times New Roman" panose="02020603050405020304" pitchFamily="18" charset="0"/>
              </a:rPr>
              <a:t> website </a:t>
            </a:r>
            <a:r>
              <a:rPr lang="en-US" dirty="0" err="1">
                <a:effectLst/>
                <a:latin typeface="Segoe UI Variable Small" pitchFamily="2" charset="0"/>
                <a:ea typeface="Times New Roman" panose="02020603050405020304" pitchFamily="18" charset="0"/>
              </a:rPr>
              <a:t>quản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lý</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văn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bản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và</a:t>
            </a:r>
            <a:r>
              <a:rPr lang="vi-VN"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hợp</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đồng</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nội</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bộ</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hoạt</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động</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ổn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định</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trên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nền</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tảng</a:t>
            </a:r>
            <a:r>
              <a:rPr lang="en-US" dirty="0">
                <a:effectLst/>
                <a:latin typeface="Segoe UI Variable Small" pitchFamily="2" charset="0"/>
                <a:ea typeface="Times New Roman" panose="02020603050405020304" pitchFamily="18" charset="0"/>
              </a:rPr>
              <a:t> Java Spring </a:t>
            </a:r>
            <a:r>
              <a:rPr lang="vi-VN" dirty="0">
                <a:effectLst/>
                <a:latin typeface="Segoe UI Variable Small" pitchFamily="2" charset="0"/>
                <a:ea typeface="Times New Roman" panose="02020603050405020304" pitchFamily="18" charset="0"/>
              </a:rPr>
              <a:t>Boot.</a:t>
            </a:r>
          </a:p>
          <a:p>
            <a:pPr algn="l">
              <a:buClr>
                <a:schemeClr val="bg1"/>
              </a:buClr>
              <a:buSzPct val="88000"/>
              <a:buFont typeface="Arial" panose="020B0604020202020204" pitchFamily="34" charset="0"/>
              <a:buChar char="•"/>
            </a:pPr>
            <a:r>
              <a:rPr lang="en-US" dirty="0" err="1">
                <a:effectLst/>
                <a:latin typeface="Segoe UI Variable Small" pitchFamily="2" charset="0"/>
                <a:ea typeface="Times New Roman" panose="02020603050405020304" pitchFamily="18" charset="0"/>
              </a:rPr>
              <a:t>Tích</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hợp</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tối</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thiểu</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một</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tính</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năng</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cốt</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lõi</a:t>
            </a:r>
            <a:r>
              <a:rPr lang="en-US" dirty="0">
                <a:effectLst/>
                <a:latin typeface="Segoe UI Variable Small" pitchFamily="2" charset="0"/>
                <a:ea typeface="Times New Roman" panose="02020603050405020304" pitchFamily="18" charset="0"/>
              </a:rPr>
              <a:t> </a:t>
            </a:r>
            <a:r>
              <a:rPr lang="en-US" dirty="0" err="1">
                <a:effectLst/>
                <a:latin typeface="Segoe UI Variable Small" pitchFamily="2" charset="0"/>
                <a:ea typeface="Times New Roman" panose="02020603050405020304" pitchFamily="18" charset="0"/>
              </a:rPr>
              <a:t>của</a:t>
            </a:r>
            <a:r>
              <a:rPr lang="en-US" dirty="0">
                <a:effectLst/>
                <a:latin typeface="Segoe UI Variable Small" pitchFamily="2" charset="0"/>
                <a:ea typeface="Times New Roman" panose="02020603050405020304" pitchFamily="18" charset="0"/>
              </a:rPr>
              <a:t> NLP</a:t>
            </a:r>
            <a:endParaRPr lang="en-US" sz="1400" dirty="0">
              <a:latin typeface="Segoe UI Variable Small" pitchFamily="2" charset="0"/>
            </a:endParaRPr>
          </a:p>
        </p:txBody>
      </p:sp>
    </p:spTree>
    <p:extLst>
      <p:ext uri="{BB962C8B-B14F-4D97-AF65-F5344CB8AC3E}">
        <p14:creationId xmlns:p14="http://schemas.microsoft.com/office/powerpoint/2010/main" val="263164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39A2-E8E7-23C8-A975-E466230BE6D8}"/>
              </a:ext>
            </a:extLst>
          </p:cNvPr>
          <p:cNvSpPr>
            <a:spLocks noGrp="1"/>
          </p:cNvSpPr>
          <p:nvPr>
            <p:ph type="title"/>
          </p:nvPr>
        </p:nvSpPr>
        <p:spPr>
          <a:xfrm>
            <a:off x="720000" y="172756"/>
            <a:ext cx="7704000" cy="572700"/>
          </a:xfrm>
        </p:spPr>
        <p:txBody>
          <a:bodyPr/>
          <a:lstStyle/>
          <a:p>
            <a:pPr algn="ctr"/>
            <a:r>
              <a:rPr lang="vi-VN" sz="3200" dirty="0">
                <a:latin typeface="Segoe UI Semibold" panose="020B0702040204020203" pitchFamily="34" charset="0"/>
                <a:cs typeface="Segoe UI Semibold" panose="020B0702040204020203" pitchFamily="34" charset="0"/>
              </a:rPr>
              <a:t>Mục tiêu cụ thể</a:t>
            </a:r>
            <a:endParaRPr lang="en-US" dirty="0"/>
          </a:p>
        </p:txBody>
      </p:sp>
      <p:sp>
        <p:nvSpPr>
          <p:cNvPr id="7" name="Title 6">
            <a:extLst>
              <a:ext uri="{FF2B5EF4-FFF2-40B4-BE49-F238E27FC236}">
                <a16:creationId xmlns:a16="http://schemas.microsoft.com/office/drawing/2014/main" id="{8275FD18-4588-10BD-DA71-56AB8A522113}"/>
              </a:ext>
            </a:extLst>
          </p:cNvPr>
          <p:cNvSpPr>
            <a:spLocks noGrp="1"/>
          </p:cNvSpPr>
          <p:nvPr>
            <p:ph type="title" idx="5"/>
          </p:nvPr>
        </p:nvSpPr>
        <p:spPr>
          <a:xfrm>
            <a:off x="1911931" y="1060855"/>
            <a:ext cx="590400" cy="363600"/>
          </a:xfrm>
        </p:spPr>
        <p:txBody>
          <a:bodyPr/>
          <a:lstStyle/>
          <a:p>
            <a:r>
              <a:rPr lang="vi-VN" dirty="0"/>
              <a:t>1</a:t>
            </a:r>
            <a:endParaRPr lang="en-US" dirty="0"/>
          </a:p>
        </p:txBody>
      </p:sp>
      <p:sp>
        <p:nvSpPr>
          <p:cNvPr id="8" name="Title 7">
            <a:extLst>
              <a:ext uri="{FF2B5EF4-FFF2-40B4-BE49-F238E27FC236}">
                <a16:creationId xmlns:a16="http://schemas.microsoft.com/office/drawing/2014/main" id="{1B87F427-AD0B-BB6D-0AC4-1075832D2458}"/>
              </a:ext>
            </a:extLst>
          </p:cNvPr>
          <p:cNvSpPr>
            <a:spLocks noGrp="1"/>
          </p:cNvSpPr>
          <p:nvPr>
            <p:ph type="title" idx="6"/>
          </p:nvPr>
        </p:nvSpPr>
        <p:spPr>
          <a:xfrm>
            <a:off x="1911931" y="2697488"/>
            <a:ext cx="590400" cy="363600"/>
          </a:xfrm>
        </p:spPr>
        <p:txBody>
          <a:bodyPr/>
          <a:lstStyle/>
          <a:p>
            <a:r>
              <a:rPr lang="vi-VN" dirty="0"/>
              <a:t>3</a:t>
            </a:r>
            <a:endParaRPr lang="en-US" dirty="0"/>
          </a:p>
        </p:txBody>
      </p:sp>
      <p:sp>
        <p:nvSpPr>
          <p:cNvPr id="9" name="Title 8">
            <a:extLst>
              <a:ext uri="{FF2B5EF4-FFF2-40B4-BE49-F238E27FC236}">
                <a16:creationId xmlns:a16="http://schemas.microsoft.com/office/drawing/2014/main" id="{D8594C8A-45BF-E176-891D-0E4D99B6D301}"/>
              </a:ext>
            </a:extLst>
          </p:cNvPr>
          <p:cNvSpPr>
            <a:spLocks noGrp="1"/>
          </p:cNvSpPr>
          <p:nvPr>
            <p:ph type="title" idx="7"/>
          </p:nvPr>
        </p:nvSpPr>
        <p:spPr>
          <a:xfrm>
            <a:off x="1911931" y="1879172"/>
            <a:ext cx="590400" cy="363600"/>
          </a:xfrm>
        </p:spPr>
        <p:txBody>
          <a:bodyPr/>
          <a:lstStyle/>
          <a:p>
            <a:r>
              <a:rPr lang="vi-VN" dirty="0"/>
              <a:t>2</a:t>
            </a:r>
            <a:endParaRPr lang="en-US" dirty="0"/>
          </a:p>
        </p:txBody>
      </p:sp>
      <p:sp>
        <p:nvSpPr>
          <p:cNvPr id="10" name="Title 9">
            <a:extLst>
              <a:ext uri="{FF2B5EF4-FFF2-40B4-BE49-F238E27FC236}">
                <a16:creationId xmlns:a16="http://schemas.microsoft.com/office/drawing/2014/main" id="{84A51BC7-1D61-A69A-5993-C6911CB5554E}"/>
              </a:ext>
            </a:extLst>
          </p:cNvPr>
          <p:cNvSpPr>
            <a:spLocks noGrp="1"/>
          </p:cNvSpPr>
          <p:nvPr>
            <p:ph type="title" idx="8"/>
          </p:nvPr>
        </p:nvSpPr>
        <p:spPr>
          <a:xfrm>
            <a:off x="1911931" y="3515805"/>
            <a:ext cx="590400" cy="363600"/>
          </a:xfrm>
        </p:spPr>
        <p:txBody>
          <a:bodyPr/>
          <a:lstStyle/>
          <a:p>
            <a:r>
              <a:rPr lang="vi-VN" dirty="0"/>
              <a:t>4</a:t>
            </a:r>
            <a:endParaRPr lang="en-US" dirty="0"/>
          </a:p>
        </p:txBody>
      </p:sp>
      <p:sp>
        <p:nvSpPr>
          <p:cNvPr id="11" name="Subtitle 10">
            <a:extLst>
              <a:ext uri="{FF2B5EF4-FFF2-40B4-BE49-F238E27FC236}">
                <a16:creationId xmlns:a16="http://schemas.microsoft.com/office/drawing/2014/main" id="{4B879395-7BD3-518C-1042-C4E7DE3288E6}"/>
              </a:ext>
            </a:extLst>
          </p:cNvPr>
          <p:cNvSpPr>
            <a:spLocks noGrp="1"/>
          </p:cNvSpPr>
          <p:nvPr>
            <p:ph type="subTitle" idx="9"/>
          </p:nvPr>
        </p:nvSpPr>
        <p:spPr>
          <a:xfrm>
            <a:off x="2642159" y="869042"/>
            <a:ext cx="4240500" cy="747225"/>
          </a:xfrm>
        </p:spPr>
        <p:txBody>
          <a:bodyPr anchor="ctr"/>
          <a:lstStyle/>
          <a:p>
            <a:pPr marL="139700" indent="0"/>
            <a:r>
              <a:rPr lang="en-US" sz="1600" b="0" dirty="0" err="1">
                <a:solidFill>
                  <a:schemeClr val="bg2"/>
                </a:solidFill>
                <a:effectLst/>
                <a:latin typeface="Segoe UI Variable Small" pitchFamily="2" charset="0"/>
                <a:ea typeface="Times New Roman" panose="02020603050405020304" pitchFamily="18" charset="0"/>
              </a:rPr>
              <a:t>Xây</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dựng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giao</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diện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và</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chức</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năng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quản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lý</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cơ</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bản</a:t>
            </a:r>
            <a:endParaRPr lang="vi-VN" sz="1600" b="0" dirty="0">
              <a:solidFill>
                <a:schemeClr val="bg2"/>
              </a:solidFill>
              <a:effectLst/>
              <a:latin typeface="Segoe UI Variable Small" pitchFamily="2" charset="0"/>
              <a:ea typeface="Times New Roman" panose="02020603050405020304" pitchFamily="18" charset="0"/>
            </a:endParaRPr>
          </a:p>
        </p:txBody>
      </p:sp>
      <p:sp>
        <p:nvSpPr>
          <p:cNvPr id="12" name="Subtitle 11">
            <a:extLst>
              <a:ext uri="{FF2B5EF4-FFF2-40B4-BE49-F238E27FC236}">
                <a16:creationId xmlns:a16="http://schemas.microsoft.com/office/drawing/2014/main" id="{EAB2D78D-8B37-25B2-D520-5FC7EF60C896}"/>
              </a:ext>
            </a:extLst>
          </p:cNvPr>
          <p:cNvSpPr>
            <a:spLocks noGrp="1"/>
          </p:cNvSpPr>
          <p:nvPr>
            <p:ph type="subTitle" idx="13"/>
          </p:nvPr>
        </p:nvSpPr>
        <p:spPr>
          <a:xfrm>
            <a:off x="2642159" y="1879172"/>
            <a:ext cx="4240500" cy="363600"/>
          </a:xfrm>
        </p:spPr>
        <p:txBody>
          <a:bodyPr anchor="ctr"/>
          <a:lstStyle/>
          <a:p>
            <a:pPr marL="139700" indent="0"/>
            <a:r>
              <a:rPr lang="en-US" sz="1600" b="0" dirty="0" err="1">
                <a:solidFill>
                  <a:schemeClr val="bg2"/>
                </a:solidFill>
                <a:effectLst/>
                <a:latin typeface="Segoe UI Variable Small" pitchFamily="2" charset="0"/>
                <a:ea typeface="Times New Roman" panose="02020603050405020304" pitchFamily="18" charset="0"/>
              </a:rPr>
              <a:t>Thiết</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lập</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cơ</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chế</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phân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quyền</a:t>
            </a:r>
            <a:endParaRPr lang="vi-VN" sz="1600" b="0" dirty="0">
              <a:solidFill>
                <a:schemeClr val="bg2"/>
              </a:solidFill>
              <a:latin typeface="Segoe UI Variable Small" pitchFamily="2" charset="0"/>
              <a:ea typeface="Times New Roman" panose="02020603050405020304" pitchFamily="18" charset="0"/>
            </a:endParaRPr>
          </a:p>
        </p:txBody>
      </p:sp>
      <p:sp>
        <p:nvSpPr>
          <p:cNvPr id="13" name="Subtitle 12">
            <a:extLst>
              <a:ext uri="{FF2B5EF4-FFF2-40B4-BE49-F238E27FC236}">
                <a16:creationId xmlns:a16="http://schemas.microsoft.com/office/drawing/2014/main" id="{3DE87D67-2CEC-E071-1435-CA2FC513900C}"/>
              </a:ext>
            </a:extLst>
          </p:cNvPr>
          <p:cNvSpPr>
            <a:spLocks noGrp="1"/>
          </p:cNvSpPr>
          <p:nvPr>
            <p:ph type="subTitle" idx="14"/>
          </p:nvPr>
        </p:nvSpPr>
        <p:spPr>
          <a:xfrm>
            <a:off x="2642159" y="2697488"/>
            <a:ext cx="4240500" cy="363600"/>
          </a:xfrm>
        </p:spPr>
        <p:txBody>
          <a:bodyPr anchor="ctr"/>
          <a:lstStyle/>
          <a:p>
            <a:pPr marL="139700" indent="0"/>
            <a:r>
              <a:rPr lang="en-US" sz="1600" b="0" dirty="0" err="1">
                <a:solidFill>
                  <a:schemeClr val="bg2"/>
                </a:solidFill>
                <a:effectLst/>
                <a:latin typeface="Segoe UI Variable Small" pitchFamily="2" charset="0"/>
                <a:ea typeface="Times New Roman" panose="02020603050405020304" pitchFamily="18" charset="0"/>
              </a:rPr>
              <a:t>Triển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khai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tính</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năng</a:t>
            </a:r>
            <a:r>
              <a:rPr lang="en-US" sz="1600" b="0" dirty="0">
                <a:solidFill>
                  <a:schemeClr val="bg2"/>
                </a:solidFill>
                <a:effectLst/>
                <a:latin typeface="Segoe UI Variable Small" pitchFamily="2" charset="0"/>
                <a:ea typeface="Times New Roman" panose="02020603050405020304" pitchFamily="18" charset="0"/>
              </a:rPr>
              <a:t> NLP</a:t>
            </a:r>
            <a:endParaRPr lang="vi-VN" sz="1600" b="0" dirty="0">
              <a:solidFill>
                <a:schemeClr val="bg2"/>
              </a:solidFill>
              <a:effectLst/>
              <a:latin typeface="Segoe UI Variable Small" pitchFamily="2" charset="0"/>
              <a:ea typeface="Times New Roman" panose="02020603050405020304" pitchFamily="18" charset="0"/>
            </a:endParaRPr>
          </a:p>
        </p:txBody>
      </p:sp>
      <p:sp>
        <p:nvSpPr>
          <p:cNvPr id="14" name="Subtitle 13">
            <a:extLst>
              <a:ext uri="{FF2B5EF4-FFF2-40B4-BE49-F238E27FC236}">
                <a16:creationId xmlns:a16="http://schemas.microsoft.com/office/drawing/2014/main" id="{B4895C40-52F3-4E59-AF1C-469D4CD63099}"/>
              </a:ext>
            </a:extLst>
          </p:cNvPr>
          <p:cNvSpPr>
            <a:spLocks noGrp="1"/>
          </p:cNvSpPr>
          <p:nvPr>
            <p:ph type="subTitle" idx="15"/>
          </p:nvPr>
        </p:nvSpPr>
        <p:spPr>
          <a:xfrm>
            <a:off x="2642159" y="3515805"/>
            <a:ext cx="4240500" cy="363600"/>
          </a:xfrm>
        </p:spPr>
        <p:txBody>
          <a:bodyPr anchor="ctr"/>
          <a:lstStyle/>
          <a:p>
            <a:pPr marL="139700" indent="0"/>
            <a:r>
              <a:rPr lang="en-US" sz="1600" b="0" dirty="0" err="1">
                <a:solidFill>
                  <a:schemeClr val="bg2"/>
                </a:solidFill>
                <a:effectLst/>
                <a:latin typeface="Segoe UI Variable Small" pitchFamily="2" charset="0"/>
                <a:ea typeface="Times New Roman" panose="02020603050405020304" pitchFamily="18" charset="0"/>
              </a:rPr>
              <a:t>Xây</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dựng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chức</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năng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thống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kê</a:t>
            </a:r>
            <a:endParaRPr lang="vi-VN" sz="1600" b="0" dirty="0">
              <a:solidFill>
                <a:schemeClr val="bg2"/>
              </a:solidFill>
              <a:latin typeface="Segoe UI Variable Small" pitchFamily="2" charset="0"/>
              <a:ea typeface="Times New Roman" panose="02020603050405020304" pitchFamily="18" charset="0"/>
            </a:endParaRPr>
          </a:p>
        </p:txBody>
      </p:sp>
      <p:sp>
        <p:nvSpPr>
          <p:cNvPr id="15" name="Title 9">
            <a:extLst>
              <a:ext uri="{FF2B5EF4-FFF2-40B4-BE49-F238E27FC236}">
                <a16:creationId xmlns:a16="http://schemas.microsoft.com/office/drawing/2014/main" id="{1A0474B4-D25D-B707-AD52-4EA0EBF0EB18}"/>
              </a:ext>
            </a:extLst>
          </p:cNvPr>
          <p:cNvSpPr txBox="1">
            <a:spLocks/>
          </p:cNvSpPr>
          <p:nvPr/>
        </p:nvSpPr>
        <p:spPr>
          <a:xfrm>
            <a:off x="1911931" y="4289341"/>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vi-VN" dirty="0"/>
              <a:t>5</a:t>
            </a:r>
            <a:endParaRPr lang="en-US" dirty="0"/>
          </a:p>
        </p:txBody>
      </p:sp>
      <p:sp>
        <p:nvSpPr>
          <p:cNvPr id="16" name="Subtitle 13">
            <a:extLst>
              <a:ext uri="{FF2B5EF4-FFF2-40B4-BE49-F238E27FC236}">
                <a16:creationId xmlns:a16="http://schemas.microsoft.com/office/drawing/2014/main" id="{FB807C82-7BBE-ED41-FD02-CA2AD4792F66}"/>
              </a:ext>
            </a:extLst>
          </p:cNvPr>
          <p:cNvSpPr txBox="1">
            <a:spLocks/>
          </p:cNvSpPr>
          <p:nvPr/>
        </p:nvSpPr>
        <p:spPr>
          <a:xfrm>
            <a:off x="2642159" y="4304224"/>
            <a:ext cx="4240500" cy="363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139700" indent="0"/>
            <a:r>
              <a:rPr lang="en-US" sz="1600" b="0" dirty="0" err="1">
                <a:solidFill>
                  <a:schemeClr val="bg2"/>
                </a:solidFill>
                <a:effectLst/>
                <a:latin typeface="Segoe UI Variable Small" pitchFamily="2" charset="0"/>
                <a:ea typeface="Times New Roman" panose="02020603050405020304" pitchFamily="18" charset="0"/>
              </a:rPr>
              <a:t>Bảo</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trì</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và</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kiểm</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thử</a:t>
            </a:r>
            <a:endParaRPr lang="en-US" sz="1600" b="0" dirty="0">
              <a:solidFill>
                <a:schemeClr val="bg2"/>
              </a:solidFill>
              <a:latin typeface="Segoe UI Variable Small" pitchFamily="2" charset="0"/>
            </a:endParaRPr>
          </a:p>
        </p:txBody>
      </p:sp>
      <p:pic>
        <p:nvPicPr>
          <p:cNvPr id="17" name="Picture 16">
            <a:extLst>
              <a:ext uri="{FF2B5EF4-FFF2-40B4-BE49-F238E27FC236}">
                <a16:creationId xmlns:a16="http://schemas.microsoft.com/office/drawing/2014/main" id="{FB375AC3-DD3D-C12A-ABCD-ECADE920316B}"/>
              </a:ext>
            </a:extLst>
          </p:cNvPr>
          <p:cNvPicPr>
            <a:picLocks noChangeAspect="1"/>
          </p:cNvPicPr>
          <p:nvPr/>
        </p:nvPicPr>
        <p:blipFill>
          <a:blip r:embed="rId2"/>
          <a:stretch>
            <a:fillRect/>
          </a:stretch>
        </p:blipFill>
        <p:spPr>
          <a:xfrm>
            <a:off x="564996" y="-97086"/>
            <a:ext cx="905398" cy="905398"/>
          </a:xfrm>
          <a:prstGeom prst="rect">
            <a:avLst/>
          </a:prstGeom>
        </p:spPr>
      </p:pic>
    </p:spTree>
    <p:extLst>
      <p:ext uri="{BB962C8B-B14F-4D97-AF65-F5344CB8AC3E}">
        <p14:creationId xmlns:p14="http://schemas.microsoft.com/office/powerpoint/2010/main" val="324132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9" grpId="0" animBg="1"/>
      <p:bldP spid="10" grpId="0" animBg="1"/>
      <p:bldP spid="11" grpId="0" build="p"/>
      <p:bldP spid="12" grpId="0" build="p"/>
      <p:bldP spid="13" grpId="0" build="p"/>
      <p:bldP spid="14" grpId="0" build="p"/>
      <p:bldP spid="15" grpId="0" animBg="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1B25-2C2F-5591-1E41-8710A11EAE8F}"/>
              </a:ext>
            </a:extLst>
          </p:cNvPr>
          <p:cNvSpPr>
            <a:spLocks noGrp="1"/>
          </p:cNvSpPr>
          <p:nvPr>
            <p:ph type="title"/>
          </p:nvPr>
        </p:nvSpPr>
        <p:spPr/>
        <p:txBody>
          <a:bodyPr/>
          <a:lstStyle/>
          <a:p>
            <a:pPr algn="ctr"/>
            <a:r>
              <a:rPr lang="vi-VN" dirty="0">
                <a:latin typeface="Segoe UI Semibold" panose="020B0702040204020203" pitchFamily="34" charset="0"/>
                <a:cs typeface="Segoe UI Semibold" panose="020B0702040204020203" pitchFamily="34" charset="0"/>
              </a:rPr>
              <a:t>Công nghệ sử dụng</a:t>
            </a:r>
            <a:endParaRPr lang="en-US" dirty="0">
              <a:latin typeface="Segoe UI Semibold" panose="020B0702040204020203" pitchFamily="34" charset="0"/>
              <a:cs typeface="Segoe UI Semibold" panose="020B0702040204020203" pitchFamily="34" charset="0"/>
            </a:endParaRPr>
          </a:p>
        </p:txBody>
      </p:sp>
      <p:sp>
        <p:nvSpPr>
          <p:cNvPr id="5" name="Subtitle 4">
            <a:extLst>
              <a:ext uri="{FF2B5EF4-FFF2-40B4-BE49-F238E27FC236}">
                <a16:creationId xmlns:a16="http://schemas.microsoft.com/office/drawing/2014/main" id="{8C5A73DB-66E3-DEC0-C07E-B2468AB1C385}"/>
              </a:ext>
            </a:extLst>
          </p:cNvPr>
          <p:cNvSpPr>
            <a:spLocks noGrp="1"/>
          </p:cNvSpPr>
          <p:nvPr>
            <p:ph type="subTitle" idx="3"/>
          </p:nvPr>
        </p:nvSpPr>
        <p:spPr>
          <a:xfrm>
            <a:off x="3195168" y="2647710"/>
            <a:ext cx="1754752" cy="414900"/>
          </a:xfrm>
        </p:spPr>
        <p:txBody>
          <a:bodyPr/>
          <a:lstStyle/>
          <a:p>
            <a:r>
              <a:rPr lang="en-US" dirty="0" err="1">
                <a:effectLst/>
                <a:latin typeface="Segoe UI Semibold" panose="020B0702040204020203" pitchFamily="34" charset="0"/>
                <a:ea typeface="Times New Roman" panose="02020603050405020304" pitchFamily="18" charset="0"/>
                <a:cs typeface="Segoe UI Semibold" panose="020B0702040204020203" pitchFamily="34" charset="0"/>
              </a:rPr>
              <a:t>Thymeleaf</a:t>
            </a:r>
            <a:endParaRPr lang="en-US" sz="2400" dirty="0">
              <a:latin typeface="Segoe UI Semibold" panose="020B0702040204020203" pitchFamily="34" charset="0"/>
              <a:cs typeface="Segoe UI Semibold" panose="020B0702040204020203" pitchFamily="34" charset="0"/>
            </a:endParaRPr>
          </a:p>
        </p:txBody>
      </p:sp>
      <p:sp>
        <p:nvSpPr>
          <p:cNvPr id="6" name="Subtitle 5">
            <a:extLst>
              <a:ext uri="{FF2B5EF4-FFF2-40B4-BE49-F238E27FC236}">
                <a16:creationId xmlns:a16="http://schemas.microsoft.com/office/drawing/2014/main" id="{A65AD564-212E-F75D-57FD-4F4ECB79B2FB}"/>
              </a:ext>
            </a:extLst>
          </p:cNvPr>
          <p:cNvSpPr>
            <a:spLocks noGrp="1"/>
          </p:cNvSpPr>
          <p:nvPr>
            <p:ph type="subTitle" idx="4"/>
          </p:nvPr>
        </p:nvSpPr>
        <p:spPr>
          <a:xfrm>
            <a:off x="1192323" y="2647710"/>
            <a:ext cx="1876257" cy="414900"/>
          </a:xfrm>
        </p:spPr>
        <p:txBody>
          <a:bodyPr/>
          <a:lstStyle/>
          <a:p>
            <a:r>
              <a:rPr lang="en-US" dirty="0">
                <a:effectLst/>
                <a:latin typeface="Segoe UI Semibold" panose="020B0702040204020203" pitchFamily="34" charset="0"/>
                <a:ea typeface="Times New Roman" panose="02020603050405020304" pitchFamily="18" charset="0"/>
                <a:cs typeface="Segoe UI Semibold" panose="020B0702040204020203" pitchFamily="34" charset="0"/>
              </a:rPr>
              <a:t>Spring Boot</a:t>
            </a:r>
            <a:endParaRPr lang="en-US" sz="2400" dirty="0">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4FC95509-7CBE-252C-4FF0-4B08BFCD4322}"/>
              </a:ext>
            </a:extLst>
          </p:cNvPr>
          <p:cNvPicPr>
            <a:picLocks noChangeAspect="1"/>
          </p:cNvPicPr>
          <p:nvPr/>
        </p:nvPicPr>
        <p:blipFill>
          <a:blip r:embed="rId2"/>
          <a:stretch>
            <a:fillRect/>
          </a:stretch>
        </p:blipFill>
        <p:spPr>
          <a:xfrm>
            <a:off x="564996" y="-97086"/>
            <a:ext cx="905398" cy="905398"/>
          </a:xfrm>
          <a:prstGeom prst="rect">
            <a:avLst/>
          </a:prstGeom>
        </p:spPr>
      </p:pic>
      <p:sp>
        <p:nvSpPr>
          <p:cNvPr id="8" name="Subtitle 4">
            <a:extLst>
              <a:ext uri="{FF2B5EF4-FFF2-40B4-BE49-F238E27FC236}">
                <a16:creationId xmlns:a16="http://schemas.microsoft.com/office/drawing/2014/main" id="{773B88A7-6D9A-C9EB-C2C3-0DD42FB680F6}"/>
              </a:ext>
            </a:extLst>
          </p:cNvPr>
          <p:cNvSpPr txBox="1">
            <a:spLocks/>
          </p:cNvSpPr>
          <p:nvPr/>
        </p:nvSpPr>
        <p:spPr>
          <a:xfrm>
            <a:off x="5076508" y="2647710"/>
            <a:ext cx="2560500" cy="41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r>
              <a:rPr lang="en-US" dirty="0">
                <a:effectLst/>
                <a:latin typeface="Segoe UI Semibold" panose="020B0702040204020203" pitchFamily="34" charset="0"/>
                <a:ea typeface="Times New Roman" panose="02020603050405020304" pitchFamily="18" charset="0"/>
                <a:cs typeface="Segoe UI Semibold" panose="020B0702040204020203" pitchFamily="34" charset="0"/>
              </a:rPr>
              <a:t>MySQL Workbench</a:t>
            </a:r>
            <a:endParaRPr lang="en-US" sz="2400" dirty="0">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0283BA59-0012-B3BD-F4FC-C4E3984EF559}"/>
              </a:ext>
            </a:extLst>
          </p:cNvPr>
          <p:cNvPicPr>
            <a:picLocks noChangeAspect="1"/>
          </p:cNvPicPr>
          <p:nvPr/>
        </p:nvPicPr>
        <p:blipFill rotWithShape="1">
          <a:blip r:embed="rId3"/>
          <a:srcRect l="27595" t="8445" r="27252" b="10512"/>
          <a:stretch/>
        </p:blipFill>
        <p:spPr>
          <a:xfrm>
            <a:off x="1740875" y="1677100"/>
            <a:ext cx="788457" cy="796291"/>
          </a:xfrm>
          <a:prstGeom prst="rect">
            <a:avLst/>
          </a:prstGeom>
        </p:spPr>
      </p:pic>
      <p:pic>
        <p:nvPicPr>
          <p:cNvPr id="19" name="Picture 18">
            <a:extLst>
              <a:ext uri="{FF2B5EF4-FFF2-40B4-BE49-F238E27FC236}">
                <a16:creationId xmlns:a16="http://schemas.microsoft.com/office/drawing/2014/main" id="{4C53C6D3-8831-B734-0D1B-542668C9C79A}"/>
              </a:ext>
            </a:extLst>
          </p:cNvPr>
          <p:cNvPicPr>
            <a:picLocks noChangeAspect="1"/>
          </p:cNvPicPr>
          <p:nvPr/>
        </p:nvPicPr>
        <p:blipFill>
          <a:blip r:embed="rId4"/>
          <a:stretch>
            <a:fillRect/>
          </a:stretch>
        </p:blipFill>
        <p:spPr>
          <a:xfrm>
            <a:off x="3723578" y="1775459"/>
            <a:ext cx="697932" cy="697932"/>
          </a:xfrm>
          <a:prstGeom prst="rect">
            <a:avLst/>
          </a:prstGeom>
        </p:spPr>
      </p:pic>
      <p:pic>
        <p:nvPicPr>
          <p:cNvPr id="21" name="Picture 20">
            <a:extLst>
              <a:ext uri="{FF2B5EF4-FFF2-40B4-BE49-F238E27FC236}">
                <a16:creationId xmlns:a16="http://schemas.microsoft.com/office/drawing/2014/main" id="{CDFB3EB6-5BD5-B08B-60D9-C677568DCB98}"/>
              </a:ext>
            </a:extLst>
          </p:cNvPr>
          <p:cNvPicPr>
            <a:picLocks noChangeAspect="1"/>
          </p:cNvPicPr>
          <p:nvPr/>
        </p:nvPicPr>
        <p:blipFill>
          <a:blip r:embed="rId5"/>
          <a:stretch>
            <a:fillRect/>
          </a:stretch>
        </p:blipFill>
        <p:spPr>
          <a:xfrm>
            <a:off x="5562602" y="1654922"/>
            <a:ext cx="1581850" cy="916828"/>
          </a:xfrm>
          <a:prstGeom prst="rect">
            <a:avLst/>
          </a:prstGeom>
        </p:spPr>
      </p:pic>
    </p:spTree>
    <p:extLst>
      <p:ext uri="{BB962C8B-B14F-4D97-AF65-F5344CB8AC3E}">
        <p14:creationId xmlns:p14="http://schemas.microsoft.com/office/powerpoint/2010/main" val="179458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29C434-3C02-4410-1D69-D57A1C1EC882}"/>
              </a:ext>
            </a:extLst>
          </p:cNvPr>
          <p:cNvSpPr>
            <a:spLocks noGrp="1"/>
          </p:cNvSpPr>
          <p:nvPr>
            <p:ph type="subTitle" idx="1"/>
          </p:nvPr>
        </p:nvSpPr>
        <p:spPr>
          <a:xfrm>
            <a:off x="1284000" y="2839844"/>
            <a:ext cx="6576000" cy="616644"/>
          </a:xfrm>
        </p:spPr>
        <p:txBody>
          <a:bodyPr/>
          <a:lstStyle/>
          <a:p>
            <a:r>
              <a:rPr lang="vi-VN" sz="3600" dirty="0">
                <a:solidFill>
                  <a:schemeClr val="accent2"/>
                </a:solidFill>
                <a:latin typeface="Segoe UI Semibold" panose="020B0702040204020203" pitchFamily="34" charset="0"/>
                <a:cs typeface="Segoe UI Semibold" panose="020B0702040204020203" pitchFamily="34" charset="0"/>
              </a:rPr>
              <a:t>Các chức năng chính</a:t>
            </a:r>
            <a:endParaRPr lang="en-US" sz="3600" dirty="0">
              <a:solidFill>
                <a:schemeClr val="accent2"/>
              </a:solidFill>
              <a:latin typeface="Segoe UI Semibold" panose="020B0702040204020203" pitchFamily="34" charset="0"/>
              <a:cs typeface="Segoe UI Semibold" panose="020B0702040204020203" pitchFamily="34" charset="0"/>
            </a:endParaRPr>
          </a:p>
        </p:txBody>
      </p:sp>
      <p:sp>
        <p:nvSpPr>
          <p:cNvPr id="5" name="Title 2">
            <a:extLst>
              <a:ext uri="{FF2B5EF4-FFF2-40B4-BE49-F238E27FC236}">
                <a16:creationId xmlns:a16="http://schemas.microsoft.com/office/drawing/2014/main" id="{246CB988-AB7E-D6C2-9051-EBD06A96AF57}"/>
              </a:ext>
            </a:extLst>
          </p:cNvPr>
          <p:cNvSpPr txBox="1">
            <a:spLocks/>
          </p:cNvSpPr>
          <p:nvPr/>
        </p:nvSpPr>
        <p:spPr>
          <a:xfrm>
            <a:off x="1284000" y="1754172"/>
            <a:ext cx="1411800" cy="8997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Sora"/>
              <a:buNone/>
              <a:defRPr sz="6000" b="1" i="0" u="none" strike="noStrike" cap="none">
                <a:solidFill>
                  <a:schemeClr val="accent2"/>
                </a:solidFill>
                <a:latin typeface="Sora"/>
                <a:ea typeface="Sora"/>
                <a:cs typeface="Sora"/>
                <a:sym typeface="Sora"/>
              </a:defRPr>
            </a:lvl1pPr>
            <a:lvl2pPr marR="0" lvl="1"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2pPr>
            <a:lvl3pPr marR="0" lvl="2"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3pPr>
            <a:lvl4pPr marR="0" lvl="3"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4pPr>
            <a:lvl5pPr marR="0" lvl="4"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5pPr>
            <a:lvl6pPr marR="0" lvl="5"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6pPr>
            <a:lvl7pPr marR="0" lvl="6"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7pPr>
            <a:lvl8pPr marR="0" lvl="7"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8pPr>
            <a:lvl9pPr marR="0" lvl="8"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9pPr>
          </a:lstStyle>
          <a:p>
            <a:r>
              <a:rPr lang="vi-VN" dirty="0"/>
              <a:t>03</a:t>
            </a:r>
            <a:endParaRPr lang="en-US" dirty="0"/>
          </a:p>
        </p:txBody>
      </p:sp>
      <p:cxnSp>
        <p:nvCxnSpPr>
          <p:cNvPr id="7" name="Straight Connector 6">
            <a:extLst>
              <a:ext uri="{FF2B5EF4-FFF2-40B4-BE49-F238E27FC236}">
                <a16:creationId xmlns:a16="http://schemas.microsoft.com/office/drawing/2014/main" id="{0E24CBAB-E6A1-D907-68A3-15F2E904FCDE}"/>
              </a:ext>
            </a:extLst>
          </p:cNvPr>
          <p:cNvCxnSpPr/>
          <p:nvPr/>
        </p:nvCxnSpPr>
        <p:spPr>
          <a:xfrm>
            <a:off x="2695800" y="2639004"/>
            <a:ext cx="3345366"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DF71F4D-8CBF-F633-860C-F4DB9AF935BB}"/>
              </a:ext>
            </a:extLst>
          </p:cNvPr>
          <p:cNvPicPr>
            <a:picLocks noChangeAspect="1"/>
          </p:cNvPicPr>
          <p:nvPr/>
        </p:nvPicPr>
        <p:blipFill>
          <a:blip r:embed="rId2"/>
          <a:stretch>
            <a:fillRect/>
          </a:stretch>
        </p:blipFill>
        <p:spPr>
          <a:xfrm>
            <a:off x="609600" y="-89652"/>
            <a:ext cx="905398" cy="905398"/>
          </a:xfrm>
          <a:prstGeom prst="rect">
            <a:avLst/>
          </a:prstGeom>
        </p:spPr>
      </p:pic>
    </p:spTree>
    <p:extLst>
      <p:ext uri="{BB962C8B-B14F-4D97-AF65-F5344CB8AC3E}">
        <p14:creationId xmlns:p14="http://schemas.microsoft.com/office/powerpoint/2010/main" val="153134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63ECAF0-4F62-D359-2AB3-2984C411B2DB}"/>
              </a:ext>
            </a:extLst>
          </p:cNvPr>
          <p:cNvGraphicFramePr>
            <a:graphicFrameLocks noGrp="1"/>
          </p:cNvGraphicFramePr>
          <p:nvPr>
            <p:extLst>
              <p:ext uri="{D42A27DB-BD31-4B8C-83A1-F6EECF244321}">
                <p14:modId xmlns:p14="http://schemas.microsoft.com/office/powerpoint/2010/main" val="1262562400"/>
              </p:ext>
            </p:extLst>
          </p:nvPr>
        </p:nvGraphicFramePr>
        <p:xfrm>
          <a:off x="580746" y="1274957"/>
          <a:ext cx="2660836" cy="2959131"/>
        </p:xfrm>
        <a:graphic>
          <a:graphicData uri="http://schemas.openxmlformats.org/drawingml/2006/table">
            <a:tbl>
              <a:tblPr firstRow="1" bandRow="1">
                <a:tableStyleId>{ACB7CB88-7895-430D-BD22-C21C802F66B9}</a:tableStyleId>
              </a:tblPr>
              <a:tblGrid>
                <a:gridCol w="490654">
                  <a:extLst>
                    <a:ext uri="{9D8B030D-6E8A-4147-A177-3AD203B41FA5}">
                      <a16:colId xmlns:a16="http://schemas.microsoft.com/office/drawing/2014/main" val="2505494767"/>
                    </a:ext>
                  </a:extLst>
                </a:gridCol>
                <a:gridCol w="2170182">
                  <a:extLst>
                    <a:ext uri="{9D8B030D-6E8A-4147-A177-3AD203B41FA5}">
                      <a16:colId xmlns:a16="http://schemas.microsoft.com/office/drawing/2014/main" val="2468857062"/>
                    </a:ext>
                  </a:extLst>
                </a:gridCol>
              </a:tblGrid>
              <a:tr h="370840">
                <a:tc>
                  <a:txBody>
                    <a:bodyPr/>
                    <a:lstStyle/>
                    <a:p>
                      <a:r>
                        <a:rPr lang="vi-VN" dirty="0">
                          <a:solidFill>
                            <a:schemeClr val="bg2"/>
                          </a:solidFill>
                          <a:latin typeface="Segoe UI Variable Small" pitchFamily="2" charset="0"/>
                        </a:rPr>
                        <a:t>1</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Đăng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kí</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72819866"/>
                  </a:ext>
                </a:extLst>
              </a:tr>
              <a:tr h="370840">
                <a:tc>
                  <a:txBody>
                    <a:bodyPr/>
                    <a:lstStyle/>
                    <a:p>
                      <a:r>
                        <a:rPr lang="vi-VN" dirty="0">
                          <a:solidFill>
                            <a:schemeClr val="bg2"/>
                          </a:solidFill>
                          <a:latin typeface="Segoe UI Variable Small" pitchFamily="2" charset="0"/>
                        </a:rPr>
                        <a:t>2</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Đăng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nhập</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4446935"/>
                  </a:ext>
                </a:extLst>
              </a:tr>
              <a:tr h="370840">
                <a:tc>
                  <a:txBody>
                    <a:bodyPr/>
                    <a:lstStyle/>
                    <a:p>
                      <a:r>
                        <a:rPr lang="vi-VN" dirty="0">
                          <a:solidFill>
                            <a:schemeClr val="bg2"/>
                          </a:solidFill>
                          <a:latin typeface="Segoe UI Variable Small" pitchFamily="2" charset="0"/>
                        </a:rPr>
                        <a:t>3</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Đăng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xuất</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50773227"/>
                  </a:ext>
                </a:extLst>
              </a:tr>
              <a:tr h="370840">
                <a:tc>
                  <a:txBody>
                    <a:bodyPr/>
                    <a:lstStyle/>
                    <a:p>
                      <a:r>
                        <a:rPr lang="vi-VN" dirty="0">
                          <a:solidFill>
                            <a:schemeClr val="bg2"/>
                          </a:solidFill>
                          <a:latin typeface="Segoe UI Variable Small" pitchFamily="2" charset="0"/>
                        </a:rPr>
                        <a:t>4</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Quên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mật</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khẩu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5546057"/>
                  </a:ext>
                </a:extLst>
              </a:tr>
              <a:tr h="363251">
                <a:tc>
                  <a:txBody>
                    <a:bodyPr/>
                    <a:lstStyle/>
                    <a:p>
                      <a:r>
                        <a:rPr lang="vi-VN" dirty="0">
                          <a:solidFill>
                            <a:schemeClr val="bg2"/>
                          </a:solidFill>
                          <a:latin typeface="Segoe UI Variable Small" pitchFamily="2" charset="0"/>
                        </a:rPr>
                        <a:t>5</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Đổi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mật</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khẩu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0110021"/>
                  </a:ext>
                </a:extLst>
              </a:tr>
              <a:tr h="370840">
                <a:tc>
                  <a:txBody>
                    <a:bodyPr/>
                    <a:lstStyle/>
                    <a:p>
                      <a:r>
                        <a:rPr lang="vi-VN" dirty="0">
                          <a:solidFill>
                            <a:schemeClr val="bg2"/>
                          </a:solidFill>
                          <a:latin typeface="Segoe UI Variable Small" pitchFamily="2" charset="0"/>
                        </a:rPr>
                        <a:t>6</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Thông tin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cá</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nhân</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34039447"/>
                  </a:ext>
                </a:extLst>
              </a:tr>
              <a:tr h="370840">
                <a:tc>
                  <a:txBody>
                    <a:bodyPr/>
                    <a:lstStyle/>
                    <a:p>
                      <a:r>
                        <a:rPr lang="vi-VN" dirty="0">
                          <a:solidFill>
                            <a:schemeClr val="bg2"/>
                          </a:solidFill>
                          <a:latin typeface="Segoe UI Variable Small" pitchFamily="2" charset="0"/>
                        </a:rPr>
                        <a:t>7</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Xem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danh</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sách</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3661669"/>
                  </a:ext>
                </a:extLst>
              </a:tr>
              <a:tr h="370840">
                <a:tc>
                  <a:txBody>
                    <a:bodyPr/>
                    <a:lstStyle/>
                    <a:p>
                      <a:r>
                        <a:rPr lang="vi-VN" dirty="0">
                          <a:solidFill>
                            <a:schemeClr val="bg2"/>
                          </a:solidFill>
                          <a:latin typeface="Segoe UI Variable Small" pitchFamily="2" charset="0"/>
                        </a:rPr>
                        <a:t>8</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Tìm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kiếm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và</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lọc</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dữ</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64087486"/>
                  </a:ext>
                </a:extLst>
              </a:tr>
            </a:tbl>
          </a:graphicData>
        </a:graphic>
      </p:graphicFrame>
      <p:graphicFrame>
        <p:nvGraphicFramePr>
          <p:cNvPr id="3" name="Table 2">
            <a:extLst>
              <a:ext uri="{FF2B5EF4-FFF2-40B4-BE49-F238E27FC236}">
                <a16:creationId xmlns:a16="http://schemas.microsoft.com/office/drawing/2014/main" id="{64659BD9-0E6A-88C1-9603-79BF3B67045D}"/>
              </a:ext>
            </a:extLst>
          </p:cNvPr>
          <p:cNvGraphicFramePr>
            <a:graphicFrameLocks noGrp="1"/>
          </p:cNvGraphicFramePr>
          <p:nvPr>
            <p:extLst>
              <p:ext uri="{D42A27DB-BD31-4B8C-83A1-F6EECF244321}">
                <p14:modId xmlns:p14="http://schemas.microsoft.com/office/powerpoint/2010/main" val="2039332242"/>
              </p:ext>
            </p:extLst>
          </p:nvPr>
        </p:nvGraphicFramePr>
        <p:xfrm>
          <a:off x="5902418" y="1274957"/>
          <a:ext cx="2660836" cy="2967339"/>
        </p:xfrm>
        <a:graphic>
          <a:graphicData uri="http://schemas.openxmlformats.org/drawingml/2006/table">
            <a:tbl>
              <a:tblPr firstRow="1" bandRow="1">
                <a:tableStyleId>{ACB7CB88-7895-430D-BD22-C21C802F66B9}</a:tableStyleId>
              </a:tblPr>
              <a:tblGrid>
                <a:gridCol w="490654">
                  <a:extLst>
                    <a:ext uri="{9D8B030D-6E8A-4147-A177-3AD203B41FA5}">
                      <a16:colId xmlns:a16="http://schemas.microsoft.com/office/drawing/2014/main" val="2505494767"/>
                    </a:ext>
                  </a:extLst>
                </a:gridCol>
                <a:gridCol w="2170182">
                  <a:extLst>
                    <a:ext uri="{9D8B030D-6E8A-4147-A177-3AD203B41FA5}">
                      <a16:colId xmlns:a16="http://schemas.microsoft.com/office/drawing/2014/main" val="2468857062"/>
                    </a:ext>
                  </a:extLst>
                </a:gridCol>
              </a:tblGrid>
              <a:tr h="366665">
                <a:tc>
                  <a:txBody>
                    <a:bodyPr/>
                    <a:lstStyle/>
                    <a:p>
                      <a:r>
                        <a:rPr lang="vi-VN" dirty="0">
                          <a:solidFill>
                            <a:schemeClr val="bg2"/>
                          </a:solidFill>
                          <a:latin typeface="Segoe UI Variable Small" pitchFamily="2" charset="0"/>
                        </a:rPr>
                        <a:t>17</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Xem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hợp</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đồng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quan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trọng</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0110021"/>
                  </a:ext>
                </a:extLst>
              </a:tr>
              <a:tr h="370840">
                <a:tc>
                  <a:txBody>
                    <a:bodyPr/>
                    <a:lstStyle/>
                    <a:p>
                      <a:r>
                        <a:rPr lang="vi-VN" dirty="0">
                          <a:solidFill>
                            <a:schemeClr val="bg2"/>
                          </a:solidFill>
                          <a:latin typeface="Segoe UI Variable Small" pitchFamily="2" charset="0"/>
                        </a:rPr>
                        <a:t>18</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Tự</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động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tóm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tắt</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nội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dung</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solidFill>
                      <a:schemeClr val="bg1">
                        <a:lumMod val="90000"/>
                      </a:schemeClr>
                    </a:solidFill>
                  </a:tcPr>
                </a:tc>
                <a:extLst>
                  <a:ext uri="{0D108BD9-81ED-4DB2-BD59-A6C34878D82A}">
                    <a16:rowId xmlns:a16="http://schemas.microsoft.com/office/drawing/2014/main" val="4034039447"/>
                  </a:ext>
                </a:extLst>
              </a:tr>
              <a:tr h="370840">
                <a:tc>
                  <a:txBody>
                    <a:bodyPr/>
                    <a:lstStyle/>
                    <a:p>
                      <a:r>
                        <a:rPr lang="vi-VN" dirty="0">
                          <a:solidFill>
                            <a:schemeClr val="bg2"/>
                          </a:solidFill>
                          <a:latin typeface="Segoe UI Variable Small" pitchFamily="2" charset="0"/>
                        </a:rPr>
                        <a:t>19</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Tìm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kiếm</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ngữ</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nghĩa</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solidFill>
                      <a:schemeClr val="bg1">
                        <a:lumMod val="90000"/>
                      </a:schemeClr>
                    </a:solidFill>
                  </a:tcPr>
                </a:tc>
                <a:extLst>
                  <a:ext uri="{0D108BD9-81ED-4DB2-BD59-A6C34878D82A}">
                    <a16:rowId xmlns:a16="http://schemas.microsoft.com/office/drawing/2014/main" val="143661669"/>
                  </a:ext>
                </a:extLst>
              </a:tr>
              <a:tr h="370840">
                <a:tc>
                  <a:txBody>
                    <a:bodyPr/>
                    <a:lstStyle/>
                    <a:p>
                      <a:r>
                        <a:rPr lang="vi-VN" dirty="0">
                          <a:solidFill>
                            <a:schemeClr val="bg2"/>
                          </a:solidFill>
                          <a:latin typeface="Segoe UI Variable Small" pitchFamily="2" charset="0"/>
                        </a:rPr>
                        <a:t>20</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Gửi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phản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hồi</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64087486"/>
                  </a:ext>
                </a:extLst>
              </a:tr>
              <a:tr h="375634">
                <a:tc>
                  <a:txBody>
                    <a:bodyPr/>
                    <a:lstStyle/>
                    <a:p>
                      <a:r>
                        <a:rPr lang="vi-VN" dirty="0">
                          <a:solidFill>
                            <a:schemeClr val="bg2"/>
                          </a:solidFill>
                          <a:latin typeface="Segoe UI Variable Small" pitchFamily="2" charset="0"/>
                        </a:rPr>
                        <a:t>21</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Thông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báo</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hệ</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thống</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41658391"/>
                  </a:ext>
                </a:extLst>
              </a:tr>
              <a:tr h="370840">
                <a:tc>
                  <a:txBody>
                    <a:bodyPr/>
                    <a:lstStyle/>
                    <a:p>
                      <a:r>
                        <a:rPr lang="vi-VN" dirty="0">
                          <a:solidFill>
                            <a:schemeClr val="bg2"/>
                          </a:solidFill>
                          <a:latin typeface="Segoe UI Variable Small" pitchFamily="2" charset="0"/>
                        </a:rPr>
                        <a:t>22</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a:solidFill>
                            <a:schemeClr val="bg2"/>
                          </a:solidFill>
                          <a:effectLst/>
                          <a:latin typeface="Segoe UI Variable Small" pitchFamily="2" charset="0"/>
                          <a:ea typeface="Times New Roman" panose="02020603050405020304" pitchFamily="18" charset="0"/>
                          <a:cs typeface="Times New Roman" panose="02020603050405020304" pitchFamily="18" charset="0"/>
                        </a:rPr>
                        <a:t>Gợi ý tài liệu liên quan</a:t>
                      </a:r>
                      <a:endParaRPr lang="en-US" sz="120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60479556"/>
                  </a:ext>
                </a:extLst>
              </a:tr>
              <a:tr h="370840">
                <a:tc>
                  <a:txBody>
                    <a:bodyPr/>
                    <a:lstStyle/>
                    <a:p>
                      <a:r>
                        <a:rPr lang="vi-VN" dirty="0">
                          <a:solidFill>
                            <a:schemeClr val="bg2"/>
                          </a:solidFill>
                          <a:latin typeface="Segoe UI Variable Small" pitchFamily="2" charset="0"/>
                        </a:rPr>
                        <a:t>23</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Duyệt</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vi-VN"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 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41639592"/>
                  </a:ext>
                </a:extLst>
              </a:tr>
              <a:tr h="370840">
                <a:tc>
                  <a:txBody>
                    <a:bodyPr/>
                    <a:lstStyle/>
                    <a:p>
                      <a:r>
                        <a:rPr lang="vi-VN" dirty="0">
                          <a:solidFill>
                            <a:schemeClr val="bg2"/>
                          </a:solidFill>
                          <a:latin typeface="Segoe UI Variable Small" pitchFamily="2" charset="0"/>
                        </a:rPr>
                        <a:t>24</a:t>
                      </a:r>
                      <a:endParaRPr lang="en-US" dirty="0">
                        <a:solidFill>
                          <a:schemeClr val="bg2"/>
                        </a:solidFill>
                        <a:latin typeface="Segoe UI Variable Small" pitchFamily="2" charset="0"/>
                      </a:endParaRPr>
                    </a:p>
                  </a:txBody>
                  <a:tcPr/>
                </a:tc>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tab pos="4050665" algn="ctr"/>
                        </a:tabLst>
                        <a:defRPr/>
                      </a:pPr>
                      <a:r>
                        <a:rPr lang="en-US" sz="12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Trình</a:t>
                      </a:r>
                      <a:r>
                        <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2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ký</a:t>
                      </a:r>
                      <a:r>
                        <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2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a:t>
                      </a:r>
                      <a:r>
                        <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2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1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95930014"/>
                  </a:ext>
                </a:extLst>
              </a:tr>
            </a:tbl>
          </a:graphicData>
        </a:graphic>
      </p:graphicFrame>
      <p:sp>
        <p:nvSpPr>
          <p:cNvPr id="4" name="Title 1">
            <a:extLst>
              <a:ext uri="{FF2B5EF4-FFF2-40B4-BE49-F238E27FC236}">
                <a16:creationId xmlns:a16="http://schemas.microsoft.com/office/drawing/2014/main" id="{E7F14436-ADF0-984F-9F3F-DD724B16D525}"/>
              </a:ext>
            </a:extLst>
          </p:cNvPr>
          <p:cNvSpPr txBox="1">
            <a:spLocks/>
          </p:cNvSpPr>
          <p:nvPr/>
        </p:nvSpPr>
        <p:spPr>
          <a:xfrm>
            <a:off x="2481016" y="433691"/>
            <a:ext cx="4181968" cy="6451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3200" dirty="0">
                <a:solidFill>
                  <a:schemeClr val="bg2"/>
                </a:solidFill>
                <a:latin typeface="Segoe UI Semibold" panose="020B0702040204020203" pitchFamily="34" charset="0"/>
                <a:cs typeface="Segoe UI Semibold" panose="020B0702040204020203" pitchFamily="34" charset="0"/>
              </a:rPr>
              <a:t>Các chức năng chính</a:t>
            </a:r>
            <a:endParaRPr lang="en-US" sz="3200" dirty="0">
              <a:solidFill>
                <a:schemeClr val="bg2"/>
              </a:solidFill>
              <a:latin typeface="Segoe UI Semibold" panose="020B0702040204020203" pitchFamily="34" charset="0"/>
              <a:cs typeface="Segoe UI Semibold" panose="020B0702040204020203" pitchFamily="34" charset="0"/>
            </a:endParaRPr>
          </a:p>
        </p:txBody>
      </p:sp>
      <p:pic>
        <p:nvPicPr>
          <p:cNvPr id="6" name="Picture 5">
            <a:extLst>
              <a:ext uri="{FF2B5EF4-FFF2-40B4-BE49-F238E27FC236}">
                <a16:creationId xmlns:a16="http://schemas.microsoft.com/office/drawing/2014/main" id="{3B3A46D5-C9BB-2932-71CC-4F5BD1E39059}"/>
              </a:ext>
            </a:extLst>
          </p:cNvPr>
          <p:cNvPicPr>
            <a:picLocks noChangeAspect="1"/>
          </p:cNvPicPr>
          <p:nvPr/>
        </p:nvPicPr>
        <p:blipFill>
          <a:blip r:embed="rId2"/>
          <a:stretch>
            <a:fillRect/>
          </a:stretch>
        </p:blipFill>
        <p:spPr>
          <a:xfrm>
            <a:off x="89210" y="-149125"/>
            <a:ext cx="905398" cy="905398"/>
          </a:xfrm>
          <a:prstGeom prst="rect">
            <a:avLst/>
          </a:prstGeom>
        </p:spPr>
      </p:pic>
      <p:graphicFrame>
        <p:nvGraphicFramePr>
          <p:cNvPr id="8" name="Table 7">
            <a:extLst>
              <a:ext uri="{FF2B5EF4-FFF2-40B4-BE49-F238E27FC236}">
                <a16:creationId xmlns:a16="http://schemas.microsoft.com/office/drawing/2014/main" id="{A38321CE-D225-6C93-67B4-3A6548A74EC0}"/>
              </a:ext>
            </a:extLst>
          </p:cNvPr>
          <p:cNvGraphicFramePr>
            <a:graphicFrameLocks noGrp="1"/>
          </p:cNvGraphicFramePr>
          <p:nvPr>
            <p:extLst>
              <p:ext uri="{D42A27DB-BD31-4B8C-83A1-F6EECF244321}">
                <p14:modId xmlns:p14="http://schemas.microsoft.com/office/powerpoint/2010/main" val="4175624634"/>
              </p:ext>
            </p:extLst>
          </p:nvPr>
        </p:nvGraphicFramePr>
        <p:xfrm>
          <a:off x="3241582" y="1276664"/>
          <a:ext cx="2660836" cy="2959131"/>
        </p:xfrm>
        <a:graphic>
          <a:graphicData uri="http://schemas.openxmlformats.org/drawingml/2006/table">
            <a:tbl>
              <a:tblPr firstRow="1" bandRow="1">
                <a:tableStyleId>{ACB7CB88-7895-430D-BD22-C21C802F66B9}</a:tableStyleId>
              </a:tblPr>
              <a:tblGrid>
                <a:gridCol w="490654">
                  <a:extLst>
                    <a:ext uri="{9D8B030D-6E8A-4147-A177-3AD203B41FA5}">
                      <a16:colId xmlns:a16="http://schemas.microsoft.com/office/drawing/2014/main" val="3598842584"/>
                    </a:ext>
                  </a:extLst>
                </a:gridCol>
                <a:gridCol w="2170182">
                  <a:extLst>
                    <a:ext uri="{9D8B030D-6E8A-4147-A177-3AD203B41FA5}">
                      <a16:colId xmlns:a16="http://schemas.microsoft.com/office/drawing/2014/main" val="318015742"/>
                    </a:ext>
                  </a:extLst>
                </a:gridCol>
              </a:tblGrid>
              <a:tr h="370840">
                <a:tc>
                  <a:txBody>
                    <a:bodyPr/>
                    <a:lstStyle/>
                    <a:p>
                      <a:r>
                        <a:rPr lang="vi-VN" dirty="0">
                          <a:solidFill>
                            <a:schemeClr val="bg2"/>
                          </a:solidFill>
                          <a:latin typeface="Segoe UI Variable Small" pitchFamily="2" charset="0"/>
                        </a:rPr>
                        <a:t>9</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Lọc</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9363035"/>
                  </a:ext>
                </a:extLst>
              </a:tr>
              <a:tr h="370840">
                <a:tc>
                  <a:txBody>
                    <a:bodyPr/>
                    <a:lstStyle/>
                    <a:p>
                      <a:r>
                        <a:rPr lang="vi-VN" dirty="0">
                          <a:solidFill>
                            <a:schemeClr val="bg2"/>
                          </a:solidFill>
                          <a:latin typeface="Segoe UI Variable Small" pitchFamily="2" charset="0"/>
                        </a:rPr>
                        <a:t>10</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Tải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xuống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62807708"/>
                  </a:ext>
                </a:extLst>
              </a:tr>
              <a:tr h="370840">
                <a:tc>
                  <a:txBody>
                    <a:bodyPr/>
                    <a:lstStyle/>
                    <a:p>
                      <a:r>
                        <a:rPr lang="vi-VN" dirty="0">
                          <a:solidFill>
                            <a:schemeClr val="bg2"/>
                          </a:solidFill>
                          <a:latin typeface="Segoe UI Variable Small" pitchFamily="2" charset="0"/>
                        </a:rPr>
                        <a:t>11</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Quản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lý</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người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dùng</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48245419"/>
                  </a:ext>
                </a:extLst>
              </a:tr>
              <a:tr h="370840">
                <a:tc>
                  <a:txBody>
                    <a:bodyPr/>
                    <a:lstStyle/>
                    <a:p>
                      <a:r>
                        <a:rPr lang="vi-VN" dirty="0">
                          <a:solidFill>
                            <a:schemeClr val="bg2"/>
                          </a:solidFill>
                          <a:latin typeface="Segoe UI Variable Small" pitchFamily="2" charset="0"/>
                        </a:rPr>
                        <a:t>12</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vi-VN"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Quản lý liên hệ</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7475708"/>
                  </a:ext>
                </a:extLst>
              </a:tr>
              <a:tr h="363251">
                <a:tc>
                  <a:txBody>
                    <a:bodyPr/>
                    <a:lstStyle/>
                    <a:p>
                      <a:r>
                        <a:rPr lang="vi-VN" dirty="0">
                          <a:solidFill>
                            <a:schemeClr val="bg2"/>
                          </a:solidFill>
                          <a:latin typeface="Segoe UI Variable Small" pitchFamily="2" charset="0"/>
                        </a:rPr>
                        <a:t>13</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a:solidFill>
                            <a:schemeClr val="bg2"/>
                          </a:solidFill>
                          <a:effectLst/>
                          <a:latin typeface="Segoe UI Variable Small" pitchFamily="2" charset="0"/>
                          <a:ea typeface="Times New Roman" panose="02020603050405020304" pitchFamily="18" charset="0"/>
                          <a:cs typeface="Times New Roman" panose="02020603050405020304" pitchFamily="18" charset="0"/>
                        </a:rPr>
                        <a:t>Phân quyền truy cập</a:t>
                      </a:r>
                      <a:endParaRPr lang="en-US" sz="120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50794122"/>
                  </a:ext>
                </a:extLst>
              </a:tr>
              <a:tr h="370840">
                <a:tc>
                  <a:txBody>
                    <a:bodyPr/>
                    <a:lstStyle/>
                    <a:p>
                      <a:r>
                        <a:rPr lang="vi-VN" dirty="0">
                          <a:solidFill>
                            <a:schemeClr val="bg2"/>
                          </a:solidFill>
                          <a:latin typeface="Segoe UI Variable Small" pitchFamily="2" charset="0"/>
                        </a:rPr>
                        <a:t>14</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Quản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lý</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tài</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liệu</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4687224"/>
                  </a:ext>
                </a:extLst>
              </a:tr>
              <a:tr h="370840">
                <a:tc>
                  <a:txBody>
                    <a:bodyPr/>
                    <a:lstStyle/>
                    <a:p>
                      <a:r>
                        <a:rPr lang="vi-VN" dirty="0">
                          <a:solidFill>
                            <a:schemeClr val="bg2"/>
                          </a:solidFill>
                          <a:latin typeface="Segoe UI Variable Small" pitchFamily="2" charset="0"/>
                        </a:rPr>
                        <a:t>15</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Quản</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lý</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danh</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mục</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3214370"/>
                  </a:ext>
                </a:extLst>
              </a:tr>
              <a:tr h="370840">
                <a:tc>
                  <a:txBody>
                    <a:bodyPr/>
                    <a:lstStyle/>
                    <a:p>
                      <a:r>
                        <a:rPr lang="vi-VN" dirty="0">
                          <a:solidFill>
                            <a:schemeClr val="bg2"/>
                          </a:solidFill>
                          <a:latin typeface="Segoe UI Variable Small" pitchFamily="2" charset="0"/>
                        </a:rPr>
                        <a:t>16</a:t>
                      </a:r>
                      <a:endParaRPr lang="en-US" dirty="0">
                        <a:solidFill>
                          <a:schemeClr val="bg2"/>
                        </a:solidFill>
                        <a:latin typeface="Segoe UI Variable Small" pitchFamily="2" charset="0"/>
                      </a:endParaRPr>
                    </a:p>
                  </a:txBody>
                  <a:tcPr/>
                </a:tc>
                <a:tc>
                  <a:txBody>
                    <a:bodyPr/>
                    <a:lstStyle/>
                    <a:p>
                      <a:pPr>
                        <a:lnSpc>
                          <a:spcPct val="150000"/>
                        </a:lnSpc>
                        <a:tabLst>
                          <a:tab pos="4050665" algn="ctr"/>
                        </a:tabLst>
                      </a:pP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Thống</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kê</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báo</a:t>
                      </a:r>
                      <a:r>
                        <a:rPr lang="en-US" sz="1300" dirty="0">
                          <a:solidFill>
                            <a:schemeClr val="bg2"/>
                          </a:solidFill>
                          <a:effectLst/>
                          <a:latin typeface="Segoe UI Variable Small" pitchFamily="2" charset="0"/>
                          <a:ea typeface="Times New Roman" panose="02020603050405020304" pitchFamily="18" charset="0"/>
                          <a:cs typeface="Times New Roman" panose="02020603050405020304" pitchFamily="18" charset="0"/>
                        </a:rPr>
                        <a:t> </a:t>
                      </a:r>
                      <a:r>
                        <a:rPr lang="en-US" sz="1300" dirty="0" err="1">
                          <a:solidFill>
                            <a:schemeClr val="bg2"/>
                          </a:solidFill>
                          <a:effectLst/>
                          <a:latin typeface="Segoe UI Variable Small" pitchFamily="2" charset="0"/>
                          <a:ea typeface="Times New Roman" panose="02020603050405020304" pitchFamily="18" charset="0"/>
                          <a:cs typeface="Times New Roman" panose="02020603050405020304" pitchFamily="18" charset="0"/>
                        </a:rPr>
                        <a:t>cáo</a:t>
                      </a:r>
                      <a:endParaRPr lang="en-US" sz="1200" dirty="0">
                        <a:solidFill>
                          <a:schemeClr val="bg2"/>
                        </a:solidFill>
                        <a:effectLst/>
                        <a:latin typeface="Segoe UI Variable Small" pitchFamily="2"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5042436"/>
                  </a:ext>
                </a:extLst>
              </a:tr>
            </a:tbl>
          </a:graphicData>
        </a:graphic>
      </p:graphicFrame>
    </p:spTree>
    <p:extLst>
      <p:ext uri="{BB962C8B-B14F-4D97-AF65-F5344CB8AC3E}">
        <p14:creationId xmlns:p14="http://schemas.microsoft.com/office/powerpoint/2010/main" val="395204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6"/>
          <p:cNvSpPr txBox="1">
            <a:spLocks noGrp="1"/>
          </p:cNvSpPr>
          <p:nvPr>
            <p:ph type="title"/>
          </p:nvPr>
        </p:nvSpPr>
        <p:spPr>
          <a:xfrm>
            <a:off x="720000" y="1947371"/>
            <a:ext cx="4044900" cy="130435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vi-VN" sz="3600" dirty="0">
                <a:latin typeface="Segoe UI Semibold" panose="020B0702040204020203" pitchFamily="34" charset="0"/>
                <a:cs typeface="Segoe UI Semibold" panose="020B0702040204020203" pitchFamily="34" charset="0"/>
              </a:rPr>
              <a:t>Kết quả </a:t>
            </a:r>
            <a:r>
              <a:rPr lang="vi-VN" sz="3600">
                <a:latin typeface="Segoe UI Semibold" panose="020B0702040204020203" pitchFamily="34" charset="0"/>
                <a:cs typeface="Segoe UI Semibold" panose="020B0702040204020203" pitchFamily="34" charset="0"/>
              </a:rPr>
              <a:t>đạt được và những hạn chế</a:t>
            </a:r>
            <a:endParaRPr sz="3600" dirty="0">
              <a:latin typeface="Segoe UI Semibold" panose="020B0702040204020203" pitchFamily="34" charset="0"/>
              <a:cs typeface="Segoe UI Semibold" panose="020B0702040204020203" pitchFamily="34" charset="0"/>
            </a:endParaRPr>
          </a:p>
        </p:txBody>
      </p:sp>
      <p:sp>
        <p:nvSpPr>
          <p:cNvPr id="467" name="Google Shape;467;p36"/>
          <p:cNvSpPr txBox="1">
            <a:spLocks noGrp="1"/>
          </p:cNvSpPr>
          <p:nvPr>
            <p:ph type="subTitle" idx="1"/>
          </p:nvPr>
        </p:nvSpPr>
        <p:spPr>
          <a:xfrm>
            <a:off x="720000" y="3311500"/>
            <a:ext cx="4044900" cy="365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vi-VN" dirty="0"/>
              <a:t>Nhóm 5</a:t>
            </a:r>
            <a:endParaRPr dirty="0"/>
          </a:p>
        </p:txBody>
      </p:sp>
      <p:sp>
        <p:nvSpPr>
          <p:cNvPr id="468" name="Google Shape;468;p36"/>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04</a:t>
            </a:r>
            <a:endParaRPr dirty="0"/>
          </a:p>
        </p:txBody>
      </p:sp>
      <p:grpSp>
        <p:nvGrpSpPr>
          <p:cNvPr id="469" name="Google Shape;469;p36"/>
          <p:cNvGrpSpPr/>
          <p:nvPr/>
        </p:nvGrpSpPr>
        <p:grpSpPr>
          <a:xfrm>
            <a:off x="5504532" y="1402030"/>
            <a:ext cx="3231844" cy="3156274"/>
            <a:chOff x="5504532" y="1402030"/>
            <a:chExt cx="3231844" cy="3156274"/>
          </a:xfrm>
        </p:grpSpPr>
        <p:sp>
          <p:nvSpPr>
            <p:cNvPr id="470" name="Google Shape;470;p36"/>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p:cNvGrpSpPr/>
            <p:nvPr/>
          </p:nvGrpSpPr>
          <p:grpSpPr>
            <a:xfrm>
              <a:off x="5836805" y="2286450"/>
              <a:ext cx="2491776" cy="2195831"/>
              <a:chOff x="5450286" y="1617112"/>
              <a:chExt cx="3026938" cy="2667433"/>
            </a:xfrm>
          </p:grpSpPr>
          <p:sp>
            <p:nvSpPr>
              <p:cNvPr id="473" name="Google Shape;473;p36"/>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p:cNvGrpSpPr/>
            <p:nvPr/>
          </p:nvGrpSpPr>
          <p:grpSpPr>
            <a:xfrm>
              <a:off x="6080934" y="2562938"/>
              <a:ext cx="588467" cy="576350"/>
              <a:chOff x="5608702" y="2132055"/>
              <a:chExt cx="956079" cy="936392"/>
            </a:xfrm>
          </p:grpSpPr>
          <p:grpSp>
            <p:nvGrpSpPr>
              <p:cNvPr id="479" name="Google Shape;479;p36"/>
              <p:cNvGrpSpPr/>
              <p:nvPr/>
            </p:nvGrpSpPr>
            <p:grpSpPr>
              <a:xfrm>
                <a:off x="5608702" y="2132055"/>
                <a:ext cx="956079" cy="936392"/>
                <a:chOff x="5194542" y="1480793"/>
                <a:chExt cx="1161418" cy="1137503"/>
              </a:xfrm>
            </p:grpSpPr>
            <p:sp>
              <p:nvSpPr>
                <p:cNvPr id="480" name="Google Shape;480;p36"/>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p:cNvGrpSpPr/>
            <p:nvPr/>
          </p:nvGrpSpPr>
          <p:grpSpPr>
            <a:xfrm>
              <a:off x="6420935" y="3158641"/>
              <a:ext cx="655117" cy="641505"/>
              <a:chOff x="6224520" y="2766314"/>
              <a:chExt cx="953591" cy="933778"/>
            </a:xfrm>
          </p:grpSpPr>
          <p:sp>
            <p:nvSpPr>
              <p:cNvPr id="484" name="Google Shape;484;p36"/>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p:cNvGrpSpPr/>
            <p:nvPr/>
          </p:nvGrpSpPr>
          <p:grpSpPr>
            <a:xfrm>
              <a:off x="6699330" y="2455550"/>
              <a:ext cx="791157" cy="791109"/>
              <a:chOff x="6746427" y="1893210"/>
              <a:chExt cx="1058120" cy="1058057"/>
            </a:xfrm>
          </p:grpSpPr>
          <p:sp>
            <p:nvSpPr>
              <p:cNvPr id="488" name="Google Shape;488;p36"/>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p:cNvGrpSpPr/>
            <p:nvPr/>
          </p:nvGrpSpPr>
          <p:grpSpPr>
            <a:xfrm>
              <a:off x="7261919" y="2979030"/>
              <a:ext cx="842315" cy="841757"/>
              <a:chOff x="7273478" y="2705981"/>
              <a:chExt cx="1055136" cy="1054437"/>
            </a:xfrm>
          </p:grpSpPr>
          <p:sp>
            <p:nvSpPr>
              <p:cNvPr id="495" name="Google Shape;495;p36"/>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p:cNvGrpSpPr/>
            <p:nvPr/>
          </p:nvGrpSpPr>
          <p:grpSpPr>
            <a:xfrm>
              <a:off x="7287500" y="1402030"/>
              <a:ext cx="791159" cy="608287"/>
              <a:chOff x="7349773" y="264075"/>
              <a:chExt cx="961077" cy="738930"/>
            </a:xfrm>
          </p:grpSpPr>
          <p:sp>
            <p:nvSpPr>
              <p:cNvPr id="499" name="Google Shape;499;p36"/>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p:cNvCxnSpPr>
            <a:stCxn id="467" idx="3"/>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2" name="Picture 1">
            <a:extLst>
              <a:ext uri="{FF2B5EF4-FFF2-40B4-BE49-F238E27FC236}">
                <a16:creationId xmlns:a16="http://schemas.microsoft.com/office/drawing/2014/main" id="{0E5130F5-94E6-443A-15F1-62E5C6BA229F}"/>
              </a:ext>
            </a:extLst>
          </p:cNvPr>
          <p:cNvPicPr>
            <a:picLocks noChangeAspect="1"/>
          </p:cNvPicPr>
          <p:nvPr/>
        </p:nvPicPr>
        <p:blipFill>
          <a:blip r:embed="rId3"/>
          <a:stretch>
            <a:fillRect/>
          </a:stretch>
        </p:blipFill>
        <p:spPr>
          <a:xfrm>
            <a:off x="592130" y="0"/>
            <a:ext cx="905398" cy="905398"/>
          </a:xfrm>
          <a:prstGeom prst="rect">
            <a:avLst/>
          </a:prstGeom>
        </p:spPr>
      </p:pic>
    </p:spTree>
    <p:extLst>
      <p:ext uri="{BB962C8B-B14F-4D97-AF65-F5344CB8AC3E}">
        <p14:creationId xmlns:p14="http://schemas.microsoft.com/office/powerpoint/2010/main" val="2062078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39A2-E8E7-23C8-A975-E466230BE6D8}"/>
              </a:ext>
            </a:extLst>
          </p:cNvPr>
          <p:cNvSpPr>
            <a:spLocks noGrp="1"/>
          </p:cNvSpPr>
          <p:nvPr>
            <p:ph type="title"/>
          </p:nvPr>
        </p:nvSpPr>
        <p:spPr>
          <a:xfrm>
            <a:off x="1911930" y="172756"/>
            <a:ext cx="6512069" cy="572700"/>
          </a:xfrm>
        </p:spPr>
        <p:txBody>
          <a:bodyPr/>
          <a:lstStyle/>
          <a:p>
            <a:r>
              <a:rPr lang="vi-VN" sz="3200" dirty="0">
                <a:latin typeface="Segoe UI Semibold" panose="020B0702040204020203" pitchFamily="34" charset="0"/>
                <a:cs typeface="Segoe UI Semibold" panose="020B0702040204020203" pitchFamily="34" charset="0"/>
              </a:rPr>
              <a:t>Kết quả đạt được</a:t>
            </a:r>
            <a:endParaRPr lang="en-US" dirty="0"/>
          </a:p>
        </p:txBody>
      </p:sp>
      <p:sp>
        <p:nvSpPr>
          <p:cNvPr id="7" name="Title 6">
            <a:extLst>
              <a:ext uri="{FF2B5EF4-FFF2-40B4-BE49-F238E27FC236}">
                <a16:creationId xmlns:a16="http://schemas.microsoft.com/office/drawing/2014/main" id="{8275FD18-4588-10BD-DA71-56AB8A522113}"/>
              </a:ext>
            </a:extLst>
          </p:cNvPr>
          <p:cNvSpPr>
            <a:spLocks noGrp="1"/>
          </p:cNvSpPr>
          <p:nvPr>
            <p:ph type="title" idx="5"/>
          </p:nvPr>
        </p:nvSpPr>
        <p:spPr>
          <a:xfrm>
            <a:off x="1911931" y="1060855"/>
            <a:ext cx="590400" cy="363600"/>
          </a:xfrm>
        </p:spPr>
        <p:txBody>
          <a:bodyPr/>
          <a:lstStyle/>
          <a:p>
            <a:r>
              <a:rPr lang="vi-VN" dirty="0"/>
              <a:t>1</a:t>
            </a:r>
            <a:endParaRPr lang="en-US" dirty="0"/>
          </a:p>
        </p:txBody>
      </p:sp>
      <p:sp>
        <p:nvSpPr>
          <p:cNvPr id="8" name="Title 7">
            <a:extLst>
              <a:ext uri="{FF2B5EF4-FFF2-40B4-BE49-F238E27FC236}">
                <a16:creationId xmlns:a16="http://schemas.microsoft.com/office/drawing/2014/main" id="{1B87F427-AD0B-BB6D-0AC4-1075832D2458}"/>
              </a:ext>
            </a:extLst>
          </p:cNvPr>
          <p:cNvSpPr>
            <a:spLocks noGrp="1"/>
          </p:cNvSpPr>
          <p:nvPr>
            <p:ph type="title" idx="6"/>
          </p:nvPr>
        </p:nvSpPr>
        <p:spPr>
          <a:xfrm>
            <a:off x="1911931" y="2675186"/>
            <a:ext cx="590400" cy="363600"/>
          </a:xfrm>
        </p:spPr>
        <p:txBody>
          <a:bodyPr/>
          <a:lstStyle/>
          <a:p>
            <a:r>
              <a:rPr lang="vi-VN" dirty="0"/>
              <a:t>3</a:t>
            </a:r>
            <a:endParaRPr lang="en-US" dirty="0"/>
          </a:p>
        </p:txBody>
      </p:sp>
      <p:sp>
        <p:nvSpPr>
          <p:cNvPr id="9" name="Title 8">
            <a:extLst>
              <a:ext uri="{FF2B5EF4-FFF2-40B4-BE49-F238E27FC236}">
                <a16:creationId xmlns:a16="http://schemas.microsoft.com/office/drawing/2014/main" id="{D8594C8A-45BF-E176-891D-0E4D99B6D301}"/>
              </a:ext>
            </a:extLst>
          </p:cNvPr>
          <p:cNvSpPr>
            <a:spLocks noGrp="1"/>
          </p:cNvSpPr>
          <p:nvPr>
            <p:ph type="title" idx="7"/>
          </p:nvPr>
        </p:nvSpPr>
        <p:spPr>
          <a:xfrm>
            <a:off x="1911931" y="1857560"/>
            <a:ext cx="590400" cy="363600"/>
          </a:xfrm>
        </p:spPr>
        <p:txBody>
          <a:bodyPr/>
          <a:lstStyle/>
          <a:p>
            <a:r>
              <a:rPr lang="vi-VN" dirty="0"/>
              <a:t>2</a:t>
            </a:r>
            <a:endParaRPr lang="en-US" dirty="0"/>
          </a:p>
        </p:txBody>
      </p:sp>
      <p:sp>
        <p:nvSpPr>
          <p:cNvPr id="10" name="Title 9">
            <a:extLst>
              <a:ext uri="{FF2B5EF4-FFF2-40B4-BE49-F238E27FC236}">
                <a16:creationId xmlns:a16="http://schemas.microsoft.com/office/drawing/2014/main" id="{84A51BC7-1D61-A69A-5993-C6911CB5554E}"/>
              </a:ext>
            </a:extLst>
          </p:cNvPr>
          <p:cNvSpPr>
            <a:spLocks noGrp="1"/>
          </p:cNvSpPr>
          <p:nvPr>
            <p:ph type="title" idx="8"/>
          </p:nvPr>
        </p:nvSpPr>
        <p:spPr>
          <a:xfrm>
            <a:off x="1911931" y="3515805"/>
            <a:ext cx="590400" cy="363600"/>
          </a:xfrm>
        </p:spPr>
        <p:txBody>
          <a:bodyPr/>
          <a:lstStyle/>
          <a:p>
            <a:r>
              <a:rPr lang="vi-VN" dirty="0"/>
              <a:t>4</a:t>
            </a:r>
            <a:endParaRPr lang="en-US" dirty="0"/>
          </a:p>
        </p:txBody>
      </p:sp>
      <p:sp>
        <p:nvSpPr>
          <p:cNvPr id="11" name="Subtitle 10">
            <a:extLst>
              <a:ext uri="{FF2B5EF4-FFF2-40B4-BE49-F238E27FC236}">
                <a16:creationId xmlns:a16="http://schemas.microsoft.com/office/drawing/2014/main" id="{4B879395-7BD3-518C-1042-C4E7DE3288E6}"/>
              </a:ext>
            </a:extLst>
          </p:cNvPr>
          <p:cNvSpPr>
            <a:spLocks noGrp="1"/>
          </p:cNvSpPr>
          <p:nvPr>
            <p:ph type="subTitle" idx="9"/>
          </p:nvPr>
        </p:nvSpPr>
        <p:spPr>
          <a:xfrm>
            <a:off x="2642159" y="866322"/>
            <a:ext cx="4240500" cy="445992"/>
          </a:xfrm>
        </p:spPr>
        <p:txBody>
          <a:bodyPr/>
          <a:lstStyle/>
          <a:p>
            <a:pPr marL="0" lvl="0" indent="0" algn="l" rtl="0">
              <a:spcBef>
                <a:spcPts val="0"/>
              </a:spcBef>
              <a:spcAft>
                <a:spcPts val="0"/>
              </a:spcAft>
              <a:buNone/>
            </a:pPr>
            <a:r>
              <a:rPr lang="en-US" sz="1600" b="0" dirty="0">
                <a:solidFill>
                  <a:schemeClr val="bg2"/>
                </a:solidFill>
                <a:effectLst/>
                <a:latin typeface="Segoe UI Variable Small" pitchFamily="2" charset="0"/>
                <a:ea typeface="Times New Roman" panose="02020603050405020304" pitchFamily="18" charset="0"/>
              </a:rPr>
              <a:t>Hoàn </a:t>
            </a:r>
            <a:r>
              <a:rPr lang="en-US" sz="1600" b="0" dirty="0" err="1">
                <a:solidFill>
                  <a:schemeClr val="bg2"/>
                </a:solidFill>
                <a:effectLst/>
                <a:latin typeface="Segoe UI Variable Small" pitchFamily="2" charset="0"/>
                <a:ea typeface="Times New Roman" panose="02020603050405020304" pitchFamily="18" charset="0"/>
              </a:rPr>
              <a:t>thiện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hệ</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thống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quản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lý</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tài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liệu</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nội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bộ</a:t>
            </a:r>
            <a:endParaRPr lang="en-US" sz="1200" b="0" dirty="0">
              <a:solidFill>
                <a:schemeClr val="bg2"/>
              </a:solidFill>
              <a:latin typeface="Segoe UI Variable Small" pitchFamily="2" charset="0"/>
            </a:endParaRPr>
          </a:p>
        </p:txBody>
      </p:sp>
      <p:sp>
        <p:nvSpPr>
          <p:cNvPr id="12" name="Subtitle 11">
            <a:extLst>
              <a:ext uri="{FF2B5EF4-FFF2-40B4-BE49-F238E27FC236}">
                <a16:creationId xmlns:a16="http://schemas.microsoft.com/office/drawing/2014/main" id="{EAB2D78D-8B37-25B2-D520-5FC7EF60C896}"/>
              </a:ext>
            </a:extLst>
          </p:cNvPr>
          <p:cNvSpPr>
            <a:spLocks noGrp="1"/>
          </p:cNvSpPr>
          <p:nvPr>
            <p:ph type="subTitle" idx="13"/>
          </p:nvPr>
        </p:nvSpPr>
        <p:spPr>
          <a:xfrm>
            <a:off x="2502331" y="1722250"/>
            <a:ext cx="4240500" cy="363600"/>
          </a:xfrm>
        </p:spPr>
        <p:txBody>
          <a:bodyPr/>
          <a:lstStyle/>
          <a:p>
            <a:pPr marL="139700" indent="0"/>
            <a:r>
              <a:rPr lang="en-US" sz="1600" b="0" dirty="0" err="1">
                <a:solidFill>
                  <a:schemeClr val="bg2"/>
                </a:solidFill>
                <a:effectLst/>
                <a:latin typeface="Segoe UI Variable Small" pitchFamily="2" charset="0"/>
                <a:ea typeface="Times New Roman" panose="02020603050405020304" pitchFamily="18" charset="0"/>
              </a:rPr>
              <a:t>Xây</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dựng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cơ</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chế</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phân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quyền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rõ</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ràng</a:t>
            </a:r>
            <a:endParaRPr lang="vi-VN" sz="1400" b="0" dirty="0">
              <a:solidFill>
                <a:schemeClr val="bg2"/>
              </a:solidFill>
              <a:latin typeface="Segoe UI Variable Small" pitchFamily="2" charset="0"/>
              <a:ea typeface="Times New Roman" panose="02020603050405020304" pitchFamily="18" charset="0"/>
            </a:endParaRPr>
          </a:p>
        </p:txBody>
      </p:sp>
      <p:sp>
        <p:nvSpPr>
          <p:cNvPr id="13" name="Subtitle 12">
            <a:extLst>
              <a:ext uri="{FF2B5EF4-FFF2-40B4-BE49-F238E27FC236}">
                <a16:creationId xmlns:a16="http://schemas.microsoft.com/office/drawing/2014/main" id="{3DE87D67-2CEC-E071-1435-CA2FC513900C}"/>
              </a:ext>
            </a:extLst>
          </p:cNvPr>
          <p:cNvSpPr>
            <a:spLocks noGrp="1"/>
          </p:cNvSpPr>
          <p:nvPr>
            <p:ph type="subTitle" idx="14"/>
          </p:nvPr>
        </p:nvSpPr>
        <p:spPr>
          <a:xfrm>
            <a:off x="2502331" y="2572449"/>
            <a:ext cx="5245470" cy="363600"/>
          </a:xfrm>
        </p:spPr>
        <p:txBody>
          <a:bodyPr/>
          <a:lstStyle/>
          <a:p>
            <a:pPr marL="139700" indent="0"/>
            <a:r>
              <a:rPr lang="en-US" sz="1600" b="0" dirty="0" err="1">
                <a:solidFill>
                  <a:schemeClr val="bg2"/>
                </a:solidFill>
                <a:effectLst/>
                <a:latin typeface="Segoe UI Variable Small" pitchFamily="2" charset="0"/>
                <a:ea typeface="Times New Roman" panose="02020603050405020304" pitchFamily="18" charset="0"/>
              </a:rPr>
              <a:t>Triển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khai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chức</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năng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tìm</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kiếm</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và</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khai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thác</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tài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liệu</a:t>
            </a:r>
            <a:endParaRPr lang="vi-VN" sz="1400" b="0" dirty="0">
              <a:solidFill>
                <a:schemeClr val="bg2"/>
              </a:solidFill>
              <a:effectLst/>
              <a:latin typeface="Segoe UI Variable Small" pitchFamily="2" charset="0"/>
              <a:ea typeface="Times New Roman" panose="02020603050405020304" pitchFamily="18" charset="0"/>
            </a:endParaRPr>
          </a:p>
        </p:txBody>
      </p:sp>
      <p:sp>
        <p:nvSpPr>
          <p:cNvPr id="14" name="Subtitle 13">
            <a:extLst>
              <a:ext uri="{FF2B5EF4-FFF2-40B4-BE49-F238E27FC236}">
                <a16:creationId xmlns:a16="http://schemas.microsoft.com/office/drawing/2014/main" id="{B4895C40-52F3-4E59-AF1C-469D4CD63099}"/>
              </a:ext>
            </a:extLst>
          </p:cNvPr>
          <p:cNvSpPr>
            <a:spLocks noGrp="1"/>
          </p:cNvSpPr>
          <p:nvPr>
            <p:ph type="subTitle" idx="15"/>
          </p:nvPr>
        </p:nvSpPr>
        <p:spPr>
          <a:xfrm>
            <a:off x="2502330" y="3212959"/>
            <a:ext cx="4991289" cy="638117"/>
          </a:xfrm>
        </p:spPr>
        <p:txBody>
          <a:bodyPr/>
          <a:lstStyle/>
          <a:p>
            <a:pPr marL="139700" indent="0"/>
            <a:r>
              <a:rPr lang="en-US" sz="1600" b="0" dirty="0">
                <a:solidFill>
                  <a:schemeClr val="bg2"/>
                </a:solidFill>
                <a:effectLst/>
                <a:latin typeface="Segoe UI Variable Small" pitchFamily="2" charset="0"/>
                <a:ea typeface="Times New Roman" panose="02020603050405020304" pitchFamily="18" charset="0"/>
              </a:rPr>
              <a:t>Giao </a:t>
            </a:r>
            <a:r>
              <a:rPr lang="en-US" sz="1600" b="0" dirty="0" err="1">
                <a:solidFill>
                  <a:schemeClr val="bg2"/>
                </a:solidFill>
                <a:effectLst/>
                <a:latin typeface="Segoe UI Variable Small" pitchFamily="2" charset="0"/>
                <a:ea typeface="Times New Roman" panose="02020603050405020304" pitchFamily="18" charset="0"/>
              </a:rPr>
              <a:t>diện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thân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thiện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dễ</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sử</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dụng</a:t>
            </a:r>
            <a:r>
              <a:rPr lang="vi-VN"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được</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xây</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dựng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bằng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Thymeleaf</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kết</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hợp</a:t>
            </a:r>
            <a:r>
              <a:rPr lang="en-US" sz="1600" b="0" dirty="0">
                <a:solidFill>
                  <a:schemeClr val="bg2"/>
                </a:solidFill>
                <a:effectLst/>
                <a:latin typeface="Segoe UI Variable Small" pitchFamily="2" charset="0"/>
                <a:ea typeface="Times New Roman" panose="02020603050405020304" pitchFamily="18" charset="0"/>
              </a:rPr>
              <a:t> Bootstrap</a:t>
            </a:r>
            <a:endParaRPr lang="vi-VN" sz="1400" b="0" dirty="0">
              <a:solidFill>
                <a:schemeClr val="bg2"/>
              </a:solidFill>
              <a:latin typeface="Segoe UI Variable Small" pitchFamily="2" charset="0"/>
              <a:ea typeface="Times New Roman" panose="02020603050405020304" pitchFamily="18" charset="0"/>
            </a:endParaRPr>
          </a:p>
        </p:txBody>
      </p:sp>
      <p:sp>
        <p:nvSpPr>
          <p:cNvPr id="15" name="Title 9">
            <a:extLst>
              <a:ext uri="{FF2B5EF4-FFF2-40B4-BE49-F238E27FC236}">
                <a16:creationId xmlns:a16="http://schemas.microsoft.com/office/drawing/2014/main" id="{1A0474B4-D25D-B707-AD52-4EA0EBF0EB18}"/>
              </a:ext>
            </a:extLst>
          </p:cNvPr>
          <p:cNvSpPr txBox="1">
            <a:spLocks/>
          </p:cNvSpPr>
          <p:nvPr/>
        </p:nvSpPr>
        <p:spPr>
          <a:xfrm>
            <a:off x="1911931" y="4319077"/>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vi-VN" dirty="0"/>
              <a:t>5</a:t>
            </a:r>
            <a:endParaRPr lang="en-US" dirty="0"/>
          </a:p>
        </p:txBody>
      </p:sp>
      <p:sp>
        <p:nvSpPr>
          <p:cNvPr id="16" name="Subtitle 13">
            <a:extLst>
              <a:ext uri="{FF2B5EF4-FFF2-40B4-BE49-F238E27FC236}">
                <a16:creationId xmlns:a16="http://schemas.microsoft.com/office/drawing/2014/main" id="{FB807C82-7BBE-ED41-FD02-CA2AD4792F66}"/>
              </a:ext>
            </a:extLst>
          </p:cNvPr>
          <p:cNvSpPr txBox="1">
            <a:spLocks/>
          </p:cNvSpPr>
          <p:nvPr/>
        </p:nvSpPr>
        <p:spPr>
          <a:xfrm>
            <a:off x="2502330" y="4363858"/>
            <a:ext cx="4762252" cy="36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139700" indent="0"/>
            <a:r>
              <a:rPr lang="en-US" sz="1600" b="0" dirty="0" err="1">
                <a:solidFill>
                  <a:schemeClr val="bg2"/>
                </a:solidFill>
                <a:effectLst/>
                <a:latin typeface="Segoe UI Variable Small" pitchFamily="2" charset="0"/>
                <a:ea typeface="Times New Roman" panose="02020603050405020304" pitchFamily="18" charset="0"/>
              </a:rPr>
              <a:t>Hệ</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thống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hoạt</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động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ổn</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định</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trong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môi</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trường</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thử</a:t>
            </a:r>
            <a:r>
              <a:rPr lang="en-US" sz="1600" b="0" dirty="0">
                <a:solidFill>
                  <a:schemeClr val="bg2"/>
                </a:solidFill>
                <a:effectLst/>
                <a:latin typeface="Segoe UI Variable Small" pitchFamily="2" charset="0"/>
                <a:ea typeface="Times New Roman" panose="02020603050405020304" pitchFamily="18" charset="0"/>
              </a:rPr>
              <a:t> </a:t>
            </a:r>
            <a:r>
              <a:rPr lang="en-US" sz="1600" b="0" dirty="0" err="1">
                <a:solidFill>
                  <a:schemeClr val="bg2"/>
                </a:solidFill>
                <a:effectLst/>
                <a:latin typeface="Segoe UI Variable Small" pitchFamily="2" charset="0"/>
                <a:ea typeface="Times New Roman" panose="02020603050405020304" pitchFamily="18" charset="0"/>
              </a:rPr>
              <a:t>nghiệm</a:t>
            </a:r>
            <a:endParaRPr lang="en-US" sz="1400" b="0" dirty="0">
              <a:solidFill>
                <a:schemeClr val="bg2"/>
              </a:solidFill>
              <a:latin typeface="Segoe UI Variable Small" pitchFamily="2" charset="0"/>
            </a:endParaRPr>
          </a:p>
        </p:txBody>
      </p:sp>
      <p:cxnSp>
        <p:nvCxnSpPr>
          <p:cNvPr id="3" name="Google Shape;502;p36">
            <a:extLst>
              <a:ext uri="{FF2B5EF4-FFF2-40B4-BE49-F238E27FC236}">
                <a16:creationId xmlns:a16="http://schemas.microsoft.com/office/drawing/2014/main" id="{CCC30DC2-E62C-C390-FEA8-04A4CCC1F5DA}"/>
              </a:ext>
            </a:extLst>
          </p:cNvPr>
          <p:cNvCxnSpPr>
            <a:cxnSpLocks/>
            <a:endCxn id="11" idx="2"/>
          </p:cNvCxnSpPr>
          <p:nvPr/>
        </p:nvCxnSpPr>
        <p:spPr>
          <a:xfrm flipV="1">
            <a:off x="2487463" y="1312314"/>
            <a:ext cx="2274946" cy="97533"/>
          </a:xfrm>
          <a:prstGeom prst="bentConnector2">
            <a:avLst/>
          </a:prstGeom>
          <a:noFill/>
          <a:ln w="19050" cap="flat" cmpd="sng">
            <a:solidFill>
              <a:schemeClr val="lt2"/>
            </a:solidFill>
            <a:prstDash val="solid"/>
            <a:round/>
            <a:headEnd type="none" w="med" len="med"/>
            <a:tailEnd type="oval" w="med" len="med"/>
          </a:ln>
        </p:spPr>
      </p:cxnSp>
      <p:cxnSp>
        <p:nvCxnSpPr>
          <p:cNvPr id="6" name="Google Shape;502;p36">
            <a:extLst>
              <a:ext uri="{FF2B5EF4-FFF2-40B4-BE49-F238E27FC236}">
                <a16:creationId xmlns:a16="http://schemas.microsoft.com/office/drawing/2014/main" id="{7A572C44-B2C0-5ED3-97F7-B969CF404ECB}"/>
              </a:ext>
            </a:extLst>
          </p:cNvPr>
          <p:cNvCxnSpPr>
            <a:cxnSpLocks/>
          </p:cNvCxnSpPr>
          <p:nvPr/>
        </p:nvCxnSpPr>
        <p:spPr>
          <a:xfrm flipV="1">
            <a:off x="2494897" y="2109018"/>
            <a:ext cx="2274946" cy="97533"/>
          </a:xfrm>
          <a:prstGeom prst="bentConnector2">
            <a:avLst/>
          </a:prstGeom>
          <a:noFill/>
          <a:ln w="19050" cap="flat" cmpd="sng">
            <a:solidFill>
              <a:schemeClr val="lt2"/>
            </a:solidFill>
            <a:prstDash val="solid"/>
            <a:round/>
            <a:headEnd type="none" w="med" len="med"/>
            <a:tailEnd type="oval" w="med" len="med"/>
          </a:ln>
        </p:spPr>
      </p:cxnSp>
      <p:cxnSp>
        <p:nvCxnSpPr>
          <p:cNvPr id="17" name="Google Shape;502;p36">
            <a:extLst>
              <a:ext uri="{FF2B5EF4-FFF2-40B4-BE49-F238E27FC236}">
                <a16:creationId xmlns:a16="http://schemas.microsoft.com/office/drawing/2014/main" id="{387AFD2A-1FE3-4E50-D3A5-1E074EC3DE87}"/>
              </a:ext>
            </a:extLst>
          </p:cNvPr>
          <p:cNvCxnSpPr>
            <a:cxnSpLocks/>
          </p:cNvCxnSpPr>
          <p:nvPr/>
        </p:nvCxnSpPr>
        <p:spPr>
          <a:xfrm flipV="1">
            <a:off x="2487463" y="2929722"/>
            <a:ext cx="2274946" cy="97533"/>
          </a:xfrm>
          <a:prstGeom prst="bentConnector2">
            <a:avLst/>
          </a:prstGeom>
          <a:noFill/>
          <a:ln w="19050" cap="flat" cmpd="sng">
            <a:solidFill>
              <a:schemeClr val="lt2"/>
            </a:solidFill>
            <a:prstDash val="solid"/>
            <a:round/>
            <a:headEnd type="none" w="med" len="med"/>
            <a:tailEnd type="oval" w="med" len="med"/>
          </a:ln>
        </p:spPr>
      </p:cxnSp>
      <p:cxnSp>
        <p:nvCxnSpPr>
          <p:cNvPr id="20" name="Google Shape;502;p36">
            <a:extLst>
              <a:ext uri="{FF2B5EF4-FFF2-40B4-BE49-F238E27FC236}">
                <a16:creationId xmlns:a16="http://schemas.microsoft.com/office/drawing/2014/main" id="{6DE657B4-71D1-C393-EEB0-40DFC19A2824}"/>
              </a:ext>
            </a:extLst>
          </p:cNvPr>
          <p:cNvCxnSpPr>
            <a:cxnSpLocks/>
          </p:cNvCxnSpPr>
          <p:nvPr/>
        </p:nvCxnSpPr>
        <p:spPr>
          <a:xfrm flipV="1">
            <a:off x="2494897" y="3767178"/>
            <a:ext cx="2274946" cy="97533"/>
          </a:xfrm>
          <a:prstGeom prst="bentConnector2">
            <a:avLst/>
          </a:prstGeom>
          <a:noFill/>
          <a:ln w="19050" cap="flat" cmpd="sng">
            <a:solidFill>
              <a:schemeClr val="lt2"/>
            </a:solidFill>
            <a:prstDash val="solid"/>
            <a:round/>
            <a:headEnd type="none" w="med" len="med"/>
            <a:tailEnd type="oval" w="med" len="med"/>
          </a:ln>
        </p:spPr>
      </p:cxnSp>
      <p:cxnSp>
        <p:nvCxnSpPr>
          <p:cNvPr id="21" name="Google Shape;502;p36">
            <a:extLst>
              <a:ext uri="{FF2B5EF4-FFF2-40B4-BE49-F238E27FC236}">
                <a16:creationId xmlns:a16="http://schemas.microsoft.com/office/drawing/2014/main" id="{B3E7BACA-AAC4-6056-0A51-B2D97CE268CA}"/>
              </a:ext>
            </a:extLst>
          </p:cNvPr>
          <p:cNvCxnSpPr>
            <a:cxnSpLocks/>
          </p:cNvCxnSpPr>
          <p:nvPr/>
        </p:nvCxnSpPr>
        <p:spPr>
          <a:xfrm flipV="1">
            <a:off x="2494897" y="4572152"/>
            <a:ext cx="2274946" cy="97533"/>
          </a:xfrm>
          <a:prstGeom prst="bentConnector2">
            <a:avLst/>
          </a:prstGeom>
          <a:noFill/>
          <a:ln w="19050" cap="flat" cmpd="sng">
            <a:solidFill>
              <a:schemeClr val="lt2"/>
            </a:solidFill>
            <a:prstDash val="solid"/>
            <a:round/>
            <a:headEnd type="none" w="med" len="med"/>
            <a:tailEnd type="oval" w="med" len="med"/>
          </a:ln>
        </p:spPr>
      </p:cxnSp>
      <p:pic>
        <p:nvPicPr>
          <p:cNvPr id="22" name="Picture 21">
            <a:extLst>
              <a:ext uri="{FF2B5EF4-FFF2-40B4-BE49-F238E27FC236}">
                <a16:creationId xmlns:a16="http://schemas.microsoft.com/office/drawing/2014/main" id="{5432DEAA-6F52-DF2E-370C-F5FF35237E00}"/>
              </a:ext>
            </a:extLst>
          </p:cNvPr>
          <p:cNvPicPr>
            <a:picLocks noChangeAspect="1"/>
          </p:cNvPicPr>
          <p:nvPr/>
        </p:nvPicPr>
        <p:blipFill>
          <a:blip r:embed="rId2"/>
          <a:stretch>
            <a:fillRect/>
          </a:stretch>
        </p:blipFill>
        <p:spPr>
          <a:xfrm>
            <a:off x="512956" y="-159942"/>
            <a:ext cx="905398" cy="905398"/>
          </a:xfrm>
          <a:prstGeom prst="rect">
            <a:avLst/>
          </a:prstGeom>
        </p:spPr>
      </p:pic>
    </p:spTree>
    <p:extLst>
      <p:ext uri="{BB962C8B-B14F-4D97-AF65-F5344CB8AC3E}">
        <p14:creationId xmlns:p14="http://schemas.microsoft.com/office/powerpoint/2010/main" val="417479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9" grpId="0" animBg="1"/>
      <p:bldP spid="10" grpId="0" animBg="1"/>
      <p:bldP spid="11" grpId="0" build="p"/>
      <p:bldP spid="12" grpId="0" build="p"/>
      <p:bldP spid="13" grpId="0" build="p"/>
      <p:bldP spid="14" grpId="0" build="p"/>
      <p:bldP spid="15" grpId="0" animBg="1"/>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20000" y="80186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solidFill>
                  <a:schemeClr val="bg2"/>
                </a:solidFill>
                <a:latin typeface="Segoe UI Semibold" panose="020B0702040204020203" pitchFamily="34" charset="0"/>
                <a:cs typeface="Segoe UI Semibold" panose="020B0702040204020203" pitchFamily="34" charset="0"/>
              </a:rPr>
              <a:t>Những hạn chế</a:t>
            </a:r>
            <a:endParaRPr dirty="0">
              <a:solidFill>
                <a:schemeClr val="bg2"/>
              </a:solidFill>
              <a:latin typeface="Segoe UI Semibold" panose="020B0702040204020203" pitchFamily="34" charset="0"/>
              <a:cs typeface="Segoe UI Semibold" panose="020B0702040204020203" pitchFamily="34" charset="0"/>
            </a:endParaRPr>
          </a:p>
        </p:txBody>
      </p:sp>
      <p:sp>
        <p:nvSpPr>
          <p:cNvPr id="526" name="Google Shape;526;p38"/>
          <p:cNvSpPr txBox="1">
            <a:spLocks noGrp="1"/>
          </p:cNvSpPr>
          <p:nvPr>
            <p:ph type="subTitle" idx="2"/>
          </p:nvPr>
        </p:nvSpPr>
        <p:spPr>
          <a:xfrm>
            <a:off x="908216" y="1206158"/>
            <a:ext cx="7001716" cy="2731183"/>
          </a:xfrm>
          <a:prstGeom prst="rect">
            <a:avLst/>
          </a:prstGeom>
        </p:spPr>
        <p:txBody>
          <a:bodyPr spcFirstLastPara="1" wrap="square" lIns="91425" tIns="91425" rIns="91425" bIns="91425" anchor="t" anchorCtr="0">
            <a:noAutofit/>
          </a:bodyPr>
          <a:lstStyle/>
          <a:p>
            <a:pPr marL="742950" indent="-285750" algn="just">
              <a:lnSpc>
                <a:spcPct val="200000"/>
              </a:lnSpc>
              <a:buFont typeface="Arial" panose="020B0604020202020204" pitchFamily="34" charset="0"/>
              <a:buChar char="•"/>
            </a:pPr>
            <a:r>
              <a:rPr lang="en-US" sz="1600" dirty="0" err="1">
                <a:effectLst/>
                <a:latin typeface="Segoe UI Variable Small" pitchFamily="2" charset="0"/>
                <a:ea typeface="Times New Roman" panose="02020603050405020304" pitchFamily="18" charset="0"/>
              </a:rPr>
              <a:t>Hệ</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thống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chưa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được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triển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khai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và</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kiểm</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thử</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trên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môi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trường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thực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tế</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với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số</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lượng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người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dùng</a:t>
            </a:r>
            <a:r>
              <a:rPr lang="en-US" sz="1600" dirty="0">
                <a:effectLst/>
                <a:latin typeface="Segoe UI Variable Small" pitchFamily="2" charset="0"/>
                <a:ea typeface="Times New Roman" panose="02020603050405020304" pitchFamily="18" charset="0"/>
              </a:rPr>
              <a:t> </a:t>
            </a:r>
            <a:r>
              <a:rPr lang="vi-VN" sz="1600" dirty="0">
                <a:effectLst/>
                <a:latin typeface="Segoe UI Variable Small" pitchFamily="2" charset="0"/>
                <a:ea typeface="Times New Roman" panose="02020603050405020304" pitchFamily="18" charset="0"/>
              </a:rPr>
              <a:t>lớn.</a:t>
            </a:r>
            <a:r>
              <a:rPr lang="en-US" sz="1600" dirty="0">
                <a:effectLst/>
                <a:latin typeface="Segoe UI Variable Small" pitchFamily="2" charset="0"/>
                <a:ea typeface="Times New Roman" panose="02020603050405020304" pitchFamily="18" charset="0"/>
              </a:rPr>
              <a:t> </a:t>
            </a:r>
            <a:endParaRPr lang="vi-VN" sz="1600" dirty="0">
              <a:effectLst/>
              <a:latin typeface="Segoe UI Variable Small" pitchFamily="2" charset="0"/>
              <a:ea typeface="Times New Roman" panose="02020603050405020304" pitchFamily="18" charset="0"/>
            </a:endParaRPr>
          </a:p>
          <a:p>
            <a:pPr marL="742950" indent="-285750" algn="just">
              <a:lnSpc>
                <a:spcPct val="200000"/>
              </a:lnSpc>
              <a:buFont typeface="Arial" panose="020B0604020202020204" pitchFamily="34" charset="0"/>
              <a:buChar char="•"/>
            </a:pPr>
            <a:r>
              <a:rPr lang="en-US" sz="1600" dirty="0">
                <a:effectLst/>
                <a:latin typeface="Segoe UI Variable Small" pitchFamily="2" charset="0"/>
                <a:ea typeface="Times New Roman" panose="02020603050405020304" pitchFamily="18" charset="0"/>
              </a:rPr>
              <a:t>Giao </a:t>
            </a:r>
            <a:r>
              <a:rPr lang="en-US" sz="1600" dirty="0" err="1">
                <a:effectLst/>
                <a:latin typeface="Segoe UI Variable Small" pitchFamily="2" charset="0"/>
                <a:ea typeface="Times New Roman" panose="02020603050405020304" pitchFamily="18" charset="0"/>
              </a:rPr>
              <a:t>diện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chưa</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được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tối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ưu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hoàn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toàn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cho</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các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thiết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bị</a:t>
            </a:r>
            <a:r>
              <a:rPr lang="en-US" sz="1600" dirty="0">
                <a:effectLst/>
                <a:latin typeface="Segoe UI Variable Small" pitchFamily="2" charset="0"/>
                <a:ea typeface="Times New Roman" panose="02020603050405020304" pitchFamily="18" charset="0"/>
              </a:rPr>
              <a:t> di </a:t>
            </a:r>
            <a:r>
              <a:rPr lang="en-US" sz="1600" dirty="0" err="1">
                <a:effectLst/>
                <a:latin typeface="Segoe UI Variable Small" pitchFamily="2" charset="0"/>
                <a:ea typeface="Times New Roman" panose="02020603050405020304" pitchFamily="18" charset="0"/>
              </a:rPr>
              <a:t>động</a:t>
            </a:r>
            <a:r>
              <a:rPr lang="en-US" sz="1600" dirty="0">
                <a:effectLst/>
                <a:latin typeface="Segoe UI Variable Small" pitchFamily="2" charset="0"/>
                <a:ea typeface="Times New Roman" panose="02020603050405020304" pitchFamily="18" charset="0"/>
              </a:rPr>
              <a:t>.</a:t>
            </a:r>
            <a:endParaRPr lang="vi-VN" sz="1600" dirty="0">
              <a:effectLst/>
              <a:latin typeface="Segoe UI Variable Small" pitchFamily="2" charset="0"/>
              <a:ea typeface="Times New Roman" panose="02020603050405020304" pitchFamily="18" charset="0"/>
            </a:endParaRPr>
          </a:p>
          <a:p>
            <a:pPr marL="742950" indent="-285750" algn="just">
              <a:lnSpc>
                <a:spcPct val="200000"/>
              </a:lnSpc>
              <a:buFont typeface="Arial" panose="020B0604020202020204" pitchFamily="34" charset="0"/>
              <a:buChar char="•"/>
            </a:pPr>
            <a:r>
              <a:rPr lang="vi-VN" sz="1600" dirty="0">
                <a:latin typeface="Segoe UI Variable Small" pitchFamily="2" charset="0"/>
                <a:ea typeface="Times New Roman" panose="02020603050405020304" pitchFamily="18" charset="0"/>
              </a:rPr>
              <a:t>Chỉ hỗ trợ </a:t>
            </a:r>
            <a:r>
              <a:rPr lang="vi-VN" sz="1600" dirty="0">
                <a:effectLst/>
                <a:latin typeface="Segoe UI Variable Small" pitchFamily="2" charset="0"/>
                <a:ea typeface="Times New Roman" panose="02020603050405020304" pitchFamily="18" charset="0"/>
              </a:rPr>
              <a:t>ngôn ngữ cơ bản là Tiếng Việt</a:t>
            </a:r>
            <a:endParaRPr lang="en-US" sz="1600" dirty="0">
              <a:effectLst/>
              <a:latin typeface="Segoe UI Variable Small" pitchFamily="2" charset="0"/>
              <a:ea typeface="Times New Roman" panose="02020603050405020304" pitchFamily="18" charset="0"/>
            </a:endParaRPr>
          </a:p>
        </p:txBody>
      </p:sp>
      <p:pic>
        <p:nvPicPr>
          <p:cNvPr id="2" name="Picture 1">
            <a:extLst>
              <a:ext uri="{FF2B5EF4-FFF2-40B4-BE49-F238E27FC236}">
                <a16:creationId xmlns:a16="http://schemas.microsoft.com/office/drawing/2014/main" id="{74D2005B-0756-851F-61A9-57B37C7D2C4A}"/>
              </a:ext>
            </a:extLst>
          </p:cNvPr>
          <p:cNvPicPr>
            <a:picLocks noChangeAspect="1"/>
          </p:cNvPicPr>
          <p:nvPr/>
        </p:nvPicPr>
        <p:blipFill>
          <a:blip r:embed="rId3"/>
          <a:stretch>
            <a:fillRect/>
          </a:stretch>
        </p:blipFill>
        <p:spPr>
          <a:xfrm>
            <a:off x="455517" y="98613"/>
            <a:ext cx="905398" cy="905398"/>
          </a:xfrm>
          <a:prstGeom prst="rect">
            <a:avLst/>
          </a:prstGeom>
        </p:spPr>
      </p:pic>
    </p:spTree>
    <p:extLst>
      <p:ext uri="{BB962C8B-B14F-4D97-AF65-F5344CB8AC3E}">
        <p14:creationId xmlns:p14="http://schemas.microsoft.com/office/powerpoint/2010/main" val="140368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 grpId="0"/>
      <p:bldP spid="52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DEF70-F036-8DCC-733D-C5A144006E05}"/>
              </a:ext>
            </a:extLst>
          </p:cNvPr>
          <p:cNvSpPr>
            <a:spLocks noGrp="1"/>
          </p:cNvSpPr>
          <p:nvPr>
            <p:ph type="title"/>
          </p:nvPr>
        </p:nvSpPr>
        <p:spPr>
          <a:xfrm>
            <a:off x="652491" y="1919021"/>
            <a:ext cx="4149366" cy="1375723"/>
          </a:xfrm>
        </p:spPr>
        <p:txBody>
          <a:bodyPr/>
          <a:lstStyle/>
          <a:p>
            <a:r>
              <a:rPr lang="vi-VN" sz="3600">
                <a:latin typeface="Segoe UI Semibold" panose="020B0702040204020203" pitchFamily="34" charset="0"/>
                <a:cs typeface="Segoe UI Semibold" panose="020B0702040204020203" pitchFamily="34" charset="0"/>
              </a:rPr>
              <a:t>Hướng phát triển của nhóm</a:t>
            </a:r>
            <a:endParaRPr lang="en-US" sz="3600" dirty="0">
              <a:latin typeface="Segoe UI Semibold" panose="020B0702040204020203" pitchFamily="34" charset="0"/>
              <a:cs typeface="Segoe UI Semibold" panose="020B0702040204020203" pitchFamily="34" charset="0"/>
            </a:endParaRPr>
          </a:p>
        </p:txBody>
      </p:sp>
      <p:sp>
        <p:nvSpPr>
          <p:cNvPr id="3" name="Title 2">
            <a:extLst>
              <a:ext uri="{FF2B5EF4-FFF2-40B4-BE49-F238E27FC236}">
                <a16:creationId xmlns:a16="http://schemas.microsoft.com/office/drawing/2014/main" id="{042C1AB3-0AFA-C0AF-CB0F-ACD67AF5CDCA}"/>
              </a:ext>
            </a:extLst>
          </p:cNvPr>
          <p:cNvSpPr>
            <a:spLocks noGrp="1"/>
          </p:cNvSpPr>
          <p:nvPr>
            <p:ph type="title" idx="2"/>
          </p:nvPr>
        </p:nvSpPr>
        <p:spPr/>
        <p:txBody>
          <a:bodyPr/>
          <a:lstStyle/>
          <a:p>
            <a:r>
              <a:rPr lang="vi-VN" dirty="0"/>
              <a:t>05</a:t>
            </a:r>
            <a:endParaRPr lang="en-US" dirty="0"/>
          </a:p>
        </p:txBody>
      </p:sp>
      <p:sp>
        <p:nvSpPr>
          <p:cNvPr id="4" name="Subtitle 3">
            <a:extLst>
              <a:ext uri="{FF2B5EF4-FFF2-40B4-BE49-F238E27FC236}">
                <a16:creationId xmlns:a16="http://schemas.microsoft.com/office/drawing/2014/main" id="{1856C08C-3988-EDFD-11EA-2B37C90BE8AE}"/>
              </a:ext>
            </a:extLst>
          </p:cNvPr>
          <p:cNvSpPr>
            <a:spLocks noGrp="1"/>
          </p:cNvSpPr>
          <p:nvPr>
            <p:ph type="subTitle" idx="1"/>
          </p:nvPr>
        </p:nvSpPr>
        <p:spPr/>
        <p:txBody>
          <a:bodyPr/>
          <a:lstStyle/>
          <a:p>
            <a:r>
              <a:rPr lang="vi-VN" dirty="0"/>
              <a:t>Nhóm 5</a:t>
            </a:r>
            <a:endParaRPr lang="en-US" dirty="0"/>
          </a:p>
        </p:txBody>
      </p:sp>
      <p:grpSp>
        <p:nvGrpSpPr>
          <p:cNvPr id="37" name="Google Shape;533;p39">
            <a:extLst>
              <a:ext uri="{FF2B5EF4-FFF2-40B4-BE49-F238E27FC236}">
                <a16:creationId xmlns:a16="http://schemas.microsoft.com/office/drawing/2014/main" id="{A3BBBE92-C3DF-292F-36EE-D82DA79B1981}"/>
              </a:ext>
            </a:extLst>
          </p:cNvPr>
          <p:cNvGrpSpPr/>
          <p:nvPr/>
        </p:nvGrpSpPr>
        <p:grpSpPr>
          <a:xfrm>
            <a:off x="5518988" y="2082739"/>
            <a:ext cx="2854173" cy="2794752"/>
            <a:chOff x="5824825" y="1527650"/>
            <a:chExt cx="2854173" cy="2794752"/>
          </a:xfrm>
        </p:grpSpPr>
        <p:sp>
          <p:nvSpPr>
            <p:cNvPr id="38" name="Google Shape;534;p39">
              <a:extLst>
                <a:ext uri="{FF2B5EF4-FFF2-40B4-BE49-F238E27FC236}">
                  <a16:creationId xmlns:a16="http://schemas.microsoft.com/office/drawing/2014/main" id="{6D6542E6-CBBF-69A8-6D3B-37BE486B5B15}"/>
                </a:ext>
              </a:extLst>
            </p:cNvPr>
            <p:cNvSpPr/>
            <p:nvPr/>
          </p:nvSpPr>
          <p:spPr>
            <a:xfrm>
              <a:off x="6851449" y="4087375"/>
              <a:ext cx="681552" cy="126175"/>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35;p39">
              <a:extLst>
                <a:ext uri="{FF2B5EF4-FFF2-40B4-BE49-F238E27FC236}">
                  <a16:creationId xmlns:a16="http://schemas.microsoft.com/office/drawing/2014/main" id="{C6F7FA84-5737-9E07-82E2-5367DDA6B885}"/>
                </a:ext>
              </a:extLst>
            </p:cNvPr>
            <p:cNvSpPr/>
            <p:nvPr/>
          </p:nvSpPr>
          <p:spPr>
            <a:xfrm>
              <a:off x="7477175" y="4122900"/>
              <a:ext cx="1157331" cy="199500"/>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36;p39">
              <a:extLst>
                <a:ext uri="{FF2B5EF4-FFF2-40B4-BE49-F238E27FC236}">
                  <a16:creationId xmlns:a16="http://schemas.microsoft.com/office/drawing/2014/main" id="{C6F74C2B-805B-0B37-55CA-454F1B02E79E}"/>
                </a:ext>
              </a:extLst>
            </p:cNvPr>
            <p:cNvSpPr/>
            <p:nvPr/>
          </p:nvSpPr>
          <p:spPr>
            <a:xfrm>
              <a:off x="5974449" y="4087375"/>
              <a:ext cx="681552" cy="126175"/>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537;p39">
              <a:extLst>
                <a:ext uri="{FF2B5EF4-FFF2-40B4-BE49-F238E27FC236}">
                  <a16:creationId xmlns:a16="http://schemas.microsoft.com/office/drawing/2014/main" id="{C419AA17-871E-0D22-2DAE-9CF53C859F23}"/>
                </a:ext>
              </a:extLst>
            </p:cNvPr>
            <p:cNvGrpSpPr/>
            <p:nvPr/>
          </p:nvGrpSpPr>
          <p:grpSpPr>
            <a:xfrm>
              <a:off x="5824825" y="1527650"/>
              <a:ext cx="2854173" cy="2794752"/>
              <a:chOff x="5824825" y="1527650"/>
              <a:chExt cx="2854173" cy="2794752"/>
            </a:xfrm>
          </p:grpSpPr>
          <p:sp>
            <p:nvSpPr>
              <p:cNvPr id="42" name="Google Shape;538;p39">
                <a:extLst>
                  <a:ext uri="{FF2B5EF4-FFF2-40B4-BE49-F238E27FC236}">
                    <a16:creationId xmlns:a16="http://schemas.microsoft.com/office/drawing/2014/main" id="{CFD9DCB4-39D7-0B66-45A9-468A82614EC7}"/>
                  </a:ext>
                </a:extLst>
              </p:cNvPr>
              <p:cNvSpPr/>
              <p:nvPr/>
            </p:nvSpPr>
            <p:spPr>
              <a:xfrm>
                <a:off x="6408134" y="1694871"/>
                <a:ext cx="256051" cy="259184"/>
              </a:xfrm>
              <a:custGeom>
                <a:avLst/>
                <a:gdLst/>
                <a:ahLst/>
                <a:cxnLst/>
                <a:rect l="l" t="t" r="r" b="b"/>
                <a:pathLst>
                  <a:path w="4168" h="4219" extrusionOk="0">
                    <a:moveTo>
                      <a:pt x="1" y="3482"/>
                    </a:moveTo>
                    <a:lnTo>
                      <a:pt x="2907" y="4219"/>
                    </a:lnTo>
                    <a:cubicBezTo>
                      <a:pt x="3143" y="3528"/>
                      <a:pt x="3592" y="2936"/>
                      <a:pt x="4167" y="2521"/>
                    </a:cubicBezTo>
                    <a:lnTo>
                      <a:pt x="2550" y="1"/>
                    </a:lnTo>
                    <a:cubicBezTo>
                      <a:pt x="1348" y="835"/>
                      <a:pt x="438" y="2061"/>
                      <a:pt x="1" y="348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39;p39">
                <a:extLst>
                  <a:ext uri="{FF2B5EF4-FFF2-40B4-BE49-F238E27FC236}">
                    <a16:creationId xmlns:a16="http://schemas.microsoft.com/office/drawing/2014/main" id="{02DC5961-16BE-EE2D-F6FE-80F045BDCBCE}"/>
                  </a:ext>
                </a:extLst>
              </p:cNvPr>
              <p:cNvSpPr/>
              <p:nvPr/>
            </p:nvSpPr>
            <p:spPr>
              <a:xfrm>
                <a:off x="6724577" y="1833832"/>
                <a:ext cx="467808" cy="591841"/>
              </a:xfrm>
              <a:custGeom>
                <a:avLst/>
                <a:gdLst/>
                <a:ahLst/>
                <a:cxnLst/>
                <a:rect l="l" t="t" r="r" b="b"/>
                <a:pathLst>
                  <a:path w="7615" h="9634" extrusionOk="0">
                    <a:moveTo>
                      <a:pt x="1094" y="9634"/>
                    </a:moveTo>
                    <a:cubicBezTo>
                      <a:pt x="4691" y="9634"/>
                      <a:pt x="7614" y="6705"/>
                      <a:pt x="7614" y="3114"/>
                    </a:cubicBezTo>
                    <a:cubicBezTo>
                      <a:pt x="7614" y="1986"/>
                      <a:pt x="7326" y="927"/>
                      <a:pt x="6820" y="0"/>
                    </a:cubicBezTo>
                    <a:lnTo>
                      <a:pt x="4259" y="1560"/>
                    </a:lnTo>
                    <a:cubicBezTo>
                      <a:pt x="4489" y="2026"/>
                      <a:pt x="4622" y="2550"/>
                      <a:pt x="4622" y="3114"/>
                    </a:cubicBezTo>
                    <a:cubicBezTo>
                      <a:pt x="4622" y="5065"/>
                      <a:pt x="3039" y="6641"/>
                      <a:pt x="1094" y="6641"/>
                    </a:cubicBezTo>
                    <a:cubicBezTo>
                      <a:pt x="950" y="6641"/>
                      <a:pt x="806" y="6630"/>
                      <a:pt x="668" y="6613"/>
                    </a:cubicBezTo>
                    <a:lnTo>
                      <a:pt x="1" y="9536"/>
                    </a:lnTo>
                    <a:cubicBezTo>
                      <a:pt x="352" y="9594"/>
                      <a:pt x="720" y="9634"/>
                      <a:pt x="1094" y="9634"/>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40;p39">
                <a:extLst>
                  <a:ext uri="{FF2B5EF4-FFF2-40B4-BE49-F238E27FC236}">
                    <a16:creationId xmlns:a16="http://schemas.microsoft.com/office/drawing/2014/main" id="{4283209C-8D8B-FA3B-0587-8502E2F21919}"/>
                  </a:ext>
                </a:extLst>
              </p:cNvPr>
              <p:cNvSpPr/>
              <p:nvPr/>
            </p:nvSpPr>
            <p:spPr>
              <a:xfrm>
                <a:off x="6363964" y="1606469"/>
                <a:ext cx="853482" cy="853543"/>
              </a:xfrm>
              <a:custGeom>
                <a:avLst/>
                <a:gdLst/>
                <a:ahLst/>
                <a:cxnLst/>
                <a:rect l="l" t="t" r="r" b="b"/>
                <a:pathLst>
                  <a:path w="13893" h="13894" extrusionOk="0">
                    <a:moveTo>
                      <a:pt x="12264" y="6953"/>
                    </a:moveTo>
                    <a:cubicBezTo>
                      <a:pt x="12264" y="3966"/>
                      <a:pt x="9836" y="1537"/>
                      <a:pt x="6849" y="1537"/>
                    </a:cubicBezTo>
                    <a:cubicBezTo>
                      <a:pt x="3862" y="1537"/>
                      <a:pt x="1434" y="3966"/>
                      <a:pt x="1434" y="6953"/>
                    </a:cubicBezTo>
                    <a:cubicBezTo>
                      <a:pt x="1434" y="9940"/>
                      <a:pt x="3862" y="12368"/>
                      <a:pt x="6849" y="12368"/>
                    </a:cubicBezTo>
                    <a:cubicBezTo>
                      <a:pt x="9836" y="12368"/>
                      <a:pt x="12264" y="9940"/>
                      <a:pt x="12264" y="6953"/>
                    </a:cubicBezTo>
                    <a:close/>
                    <a:moveTo>
                      <a:pt x="1497" y="6953"/>
                    </a:moveTo>
                    <a:cubicBezTo>
                      <a:pt x="1497" y="4001"/>
                      <a:pt x="3902" y="1607"/>
                      <a:pt x="6843" y="1607"/>
                    </a:cubicBezTo>
                    <a:cubicBezTo>
                      <a:pt x="9790" y="1607"/>
                      <a:pt x="12189" y="4012"/>
                      <a:pt x="12189" y="6953"/>
                    </a:cubicBezTo>
                    <a:cubicBezTo>
                      <a:pt x="12189" y="9893"/>
                      <a:pt x="9784" y="12299"/>
                      <a:pt x="6843" y="12299"/>
                    </a:cubicBezTo>
                    <a:cubicBezTo>
                      <a:pt x="3902" y="12299"/>
                      <a:pt x="1497" y="9899"/>
                      <a:pt x="1497" y="6953"/>
                    </a:cubicBezTo>
                    <a:close/>
                    <a:moveTo>
                      <a:pt x="12914" y="7016"/>
                    </a:moveTo>
                    <a:lnTo>
                      <a:pt x="12914" y="6884"/>
                    </a:lnTo>
                    <a:lnTo>
                      <a:pt x="13893" y="6884"/>
                    </a:lnTo>
                    <a:lnTo>
                      <a:pt x="13893" y="7016"/>
                    </a:lnTo>
                    <a:close/>
                    <a:moveTo>
                      <a:pt x="979" y="6884"/>
                    </a:moveTo>
                    <a:lnTo>
                      <a:pt x="979" y="7016"/>
                    </a:lnTo>
                    <a:lnTo>
                      <a:pt x="1" y="7016"/>
                    </a:lnTo>
                    <a:lnTo>
                      <a:pt x="1" y="6884"/>
                    </a:lnTo>
                    <a:close/>
                    <a:moveTo>
                      <a:pt x="12886" y="6360"/>
                    </a:moveTo>
                    <a:lnTo>
                      <a:pt x="13858" y="6274"/>
                    </a:lnTo>
                    <a:lnTo>
                      <a:pt x="13870" y="6406"/>
                    </a:lnTo>
                    <a:lnTo>
                      <a:pt x="12897" y="6492"/>
                    </a:lnTo>
                    <a:close/>
                    <a:moveTo>
                      <a:pt x="1008" y="7534"/>
                    </a:moveTo>
                    <a:lnTo>
                      <a:pt x="35" y="7620"/>
                    </a:lnTo>
                    <a:lnTo>
                      <a:pt x="24" y="7488"/>
                    </a:lnTo>
                    <a:lnTo>
                      <a:pt x="996" y="7402"/>
                    </a:lnTo>
                    <a:close/>
                    <a:moveTo>
                      <a:pt x="12805" y="5854"/>
                    </a:moveTo>
                    <a:lnTo>
                      <a:pt x="13760" y="5681"/>
                    </a:lnTo>
                    <a:lnTo>
                      <a:pt x="13783" y="5808"/>
                    </a:lnTo>
                    <a:lnTo>
                      <a:pt x="12828" y="5980"/>
                    </a:lnTo>
                    <a:close/>
                    <a:moveTo>
                      <a:pt x="1083" y="8052"/>
                    </a:moveTo>
                    <a:lnTo>
                      <a:pt x="121" y="8225"/>
                    </a:lnTo>
                    <a:lnTo>
                      <a:pt x="104" y="8098"/>
                    </a:lnTo>
                    <a:lnTo>
                      <a:pt x="1059" y="7925"/>
                    </a:lnTo>
                    <a:close/>
                    <a:moveTo>
                      <a:pt x="12690" y="5341"/>
                    </a:moveTo>
                    <a:lnTo>
                      <a:pt x="13634" y="5088"/>
                    </a:lnTo>
                    <a:lnTo>
                      <a:pt x="13668" y="5221"/>
                    </a:lnTo>
                    <a:lnTo>
                      <a:pt x="12725" y="5468"/>
                    </a:lnTo>
                    <a:close/>
                    <a:moveTo>
                      <a:pt x="1198" y="8564"/>
                    </a:moveTo>
                    <a:lnTo>
                      <a:pt x="254" y="8817"/>
                    </a:lnTo>
                    <a:lnTo>
                      <a:pt x="219" y="8685"/>
                    </a:lnTo>
                    <a:lnTo>
                      <a:pt x="1157" y="8432"/>
                    </a:lnTo>
                    <a:close/>
                    <a:moveTo>
                      <a:pt x="12523" y="4852"/>
                    </a:moveTo>
                    <a:lnTo>
                      <a:pt x="13438" y="4518"/>
                    </a:lnTo>
                    <a:lnTo>
                      <a:pt x="13484" y="4645"/>
                    </a:lnTo>
                    <a:lnTo>
                      <a:pt x="12569" y="4973"/>
                    </a:lnTo>
                    <a:close/>
                    <a:moveTo>
                      <a:pt x="1359" y="9053"/>
                    </a:moveTo>
                    <a:lnTo>
                      <a:pt x="444" y="9381"/>
                    </a:lnTo>
                    <a:lnTo>
                      <a:pt x="403" y="9260"/>
                    </a:lnTo>
                    <a:lnTo>
                      <a:pt x="1318" y="8932"/>
                    </a:lnTo>
                    <a:close/>
                    <a:moveTo>
                      <a:pt x="12322" y="4369"/>
                    </a:moveTo>
                    <a:lnTo>
                      <a:pt x="13208" y="3960"/>
                    </a:lnTo>
                    <a:lnTo>
                      <a:pt x="13265" y="4081"/>
                    </a:lnTo>
                    <a:lnTo>
                      <a:pt x="12379" y="4490"/>
                    </a:lnTo>
                    <a:close/>
                    <a:moveTo>
                      <a:pt x="1560" y="9537"/>
                    </a:moveTo>
                    <a:lnTo>
                      <a:pt x="680" y="9945"/>
                    </a:lnTo>
                    <a:lnTo>
                      <a:pt x="622" y="9824"/>
                    </a:lnTo>
                    <a:lnTo>
                      <a:pt x="1503" y="9410"/>
                    </a:lnTo>
                    <a:close/>
                    <a:moveTo>
                      <a:pt x="12080" y="3908"/>
                    </a:moveTo>
                    <a:lnTo>
                      <a:pt x="12920" y="3419"/>
                    </a:lnTo>
                    <a:lnTo>
                      <a:pt x="12983" y="3534"/>
                    </a:lnTo>
                    <a:lnTo>
                      <a:pt x="12143" y="4024"/>
                    </a:lnTo>
                    <a:close/>
                    <a:moveTo>
                      <a:pt x="1808" y="9997"/>
                    </a:moveTo>
                    <a:lnTo>
                      <a:pt x="962" y="10486"/>
                    </a:lnTo>
                    <a:lnTo>
                      <a:pt x="898" y="10371"/>
                    </a:lnTo>
                    <a:lnTo>
                      <a:pt x="1744" y="9882"/>
                    </a:lnTo>
                    <a:close/>
                    <a:moveTo>
                      <a:pt x="11792" y="3477"/>
                    </a:moveTo>
                    <a:lnTo>
                      <a:pt x="12586" y="2919"/>
                    </a:lnTo>
                    <a:lnTo>
                      <a:pt x="12667" y="3022"/>
                    </a:lnTo>
                    <a:lnTo>
                      <a:pt x="11867" y="3586"/>
                    </a:lnTo>
                    <a:close/>
                    <a:moveTo>
                      <a:pt x="2095" y="10429"/>
                    </a:moveTo>
                    <a:lnTo>
                      <a:pt x="1295" y="10987"/>
                    </a:lnTo>
                    <a:lnTo>
                      <a:pt x="1215" y="10878"/>
                    </a:lnTo>
                    <a:lnTo>
                      <a:pt x="2015" y="10319"/>
                    </a:lnTo>
                    <a:close/>
                    <a:moveTo>
                      <a:pt x="11476" y="3068"/>
                    </a:moveTo>
                    <a:lnTo>
                      <a:pt x="12224" y="2441"/>
                    </a:lnTo>
                    <a:lnTo>
                      <a:pt x="12310" y="2545"/>
                    </a:lnTo>
                    <a:lnTo>
                      <a:pt x="11562" y="3166"/>
                    </a:lnTo>
                    <a:close/>
                    <a:moveTo>
                      <a:pt x="2418" y="10837"/>
                    </a:moveTo>
                    <a:lnTo>
                      <a:pt x="1669" y="11465"/>
                    </a:lnTo>
                    <a:lnTo>
                      <a:pt x="1583" y="11361"/>
                    </a:lnTo>
                    <a:lnTo>
                      <a:pt x="2331" y="10734"/>
                    </a:lnTo>
                    <a:close/>
                    <a:moveTo>
                      <a:pt x="11113" y="2688"/>
                    </a:moveTo>
                    <a:lnTo>
                      <a:pt x="11804" y="1998"/>
                    </a:lnTo>
                    <a:lnTo>
                      <a:pt x="11902" y="2090"/>
                    </a:lnTo>
                    <a:lnTo>
                      <a:pt x="11211" y="2781"/>
                    </a:lnTo>
                    <a:close/>
                    <a:moveTo>
                      <a:pt x="2769" y="11217"/>
                    </a:moveTo>
                    <a:lnTo>
                      <a:pt x="2078" y="11908"/>
                    </a:lnTo>
                    <a:lnTo>
                      <a:pt x="1986" y="11816"/>
                    </a:lnTo>
                    <a:lnTo>
                      <a:pt x="2677" y="11125"/>
                    </a:lnTo>
                    <a:close/>
                    <a:moveTo>
                      <a:pt x="10728" y="2343"/>
                    </a:moveTo>
                    <a:lnTo>
                      <a:pt x="11355" y="1595"/>
                    </a:lnTo>
                    <a:lnTo>
                      <a:pt x="11453" y="1676"/>
                    </a:lnTo>
                    <a:lnTo>
                      <a:pt x="10825" y="2424"/>
                    </a:lnTo>
                    <a:close/>
                    <a:moveTo>
                      <a:pt x="3160" y="11562"/>
                    </a:moveTo>
                    <a:lnTo>
                      <a:pt x="2533" y="12311"/>
                    </a:lnTo>
                    <a:lnTo>
                      <a:pt x="2429" y="12224"/>
                    </a:lnTo>
                    <a:lnTo>
                      <a:pt x="3056" y="11476"/>
                    </a:lnTo>
                    <a:close/>
                    <a:moveTo>
                      <a:pt x="10307" y="2027"/>
                    </a:moveTo>
                    <a:lnTo>
                      <a:pt x="10871" y="1227"/>
                    </a:lnTo>
                    <a:lnTo>
                      <a:pt x="10981" y="1307"/>
                    </a:lnTo>
                    <a:lnTo>
                      <a:pt x="10417" y="2101"/>
                    </a:lnTo>
                    <a:close/>
                    <a:moveTo>
                      <a:pt x="3574" y="11879"/>
                    </a:moveTo>
                    <a:lnTo>
                      <a:pt x="3016" y="12679"/>
                    </a:lnTo>
                    <a:lnTo>
                      <a:pt x="2907" y="12598"/>
                    </a:lnTo>
                    <a:lnTo>
                      <a:pt x="3471" y="11798"/>
                    </a:lnTo>
                    <a:close/>
                    <a:moveTo>
                      <a:pt x="9870" y="1750"/>
                    </a:moveTo>
                    <a:lnTo>
                      <a:pt x="10359" y="910"/>
                    </a:lnTo>
                    <a:lnTo>
                      <a:pt x="10474" y="974"/>
                    </a:lnTo>
                    <a:lnTo>
                      <a:pt x="9985" y="1814"/>
                    </a:lnTo>
                    <a:close/>
                    <a:moveTo>
                      <a:pt x="4017" y="12155"/>
                    </a:moveTo>
                    <a:lnTo>
                      <a:pt x="3528" y="12995"/>
                    </a:lnTo>
                    <a:lnTo>
                      <a:pt x="3413" y="12932"/>
                    </a:lnTo>
                    <a:lnTo>
                      <a:pt x="3902" y="12086"/>
                    </a:lnTo>
                    <a:close/>
                    <a:moveTo>
                      <a:pt x="9404" y="1514"/>
                    </a:moveTo>
                    <a:lnTo>
                      <a:pt x="9813" y="628"/>
                    </a:lnTo>
                    <a:lnTo>
                      <a:pt x="9933" y="686"/>
                    </a:lnTo>
                    <a:lnTo>
                      <a:pt x="9525" y="1572"/>
                    </a:lnTo>
                    <a:close/>
                    <a:moveTo>
                      <a:pt x="4484" y="12391"/>
                    </a:moveTo>
                    <a:lnTo>
                      <a:pt x="4075" y="13277"/>
                    </a:lnTo>
                    <a:lnTo>
                      <a:pt x="3948" y="13220"/>
                    </a:lnTo>
                    <a:lnTo>
                      <a:pt x="4363" y="12334"/>
                    </a:lnTo>
                    <a:close/>
                    <a:moveTo>
                      <a:pt x="8921" y="1319"/>
                    </a:moveTo>
                    <a:lnTo>
                      <a:pt x="9254" y="404"/>
                    </a:lnTo>
                    <a:lnTo>
                      <a:pt x="9375" y="450"/>
                    </a:lnTo>
                    <a:lnTo>
                      <a:pt x="9041" y="1365"/>
                    </a:lnTo>
                    <a:close/>
                    <a:moveTo>
                      <a:pt x="4967" y="12587"/>
                    </a:moveTo>
                    <a:lnTo>
                      <a:pt x="4633" y="13496"/>
                    </a:lnTo>
                    <a:lnTo>
                      <a:pt x="4512" y="13456"/>
                    </a:lnTo>
                    <a:lnTo>
                      <a:pt x="4840" y="12541"/>
                    </a:lnTo>
                    <a:close/>
                    <a:moveTo>
                      <a:pt x="8426" y="1169"/>
                    </a:moveTo>
                    <a:lnTo>
                      <a:pt x="8679" y="225"/>
                    </a:lnTo>
                    <a:lnTo>
                      <a:pt x="8805" y="260"/>
                    </a:lnTo>
                    <a:lnTo>
                      <a:pt x="8552" y="1204"/>
                    </a:lnTo>
                    <a:close/>
                    <a:moveTo>
                      <a:pt x="5462" y="12736"/>
                    </a:moveTo>
                    <a:lnTo>
                      <a:pt x="5209" y="13680"/>
                    </a:lnTo>
                    <a:lnTo>
                      <a:pt x="5082" y="13640"/>
                    </a:lnTo>
                    <a:lnTo>
                      <a:pt x="5330" y="12702"/>
                    </a:lnTo>
                    <a:close/>
                    <a:moveTo>
                      <a:pt x="7913" y="1060"/>
                    </a:moveTo>
                    <a:lnTo>
                      <a:pt x="8086" y="105"/>
                    </a:lnTo>
                    <a:lnTo>
                      <a:pt x="8218" y="128"/>
                    </a:lnTo>
                    <a:lnTo>
                      <a:pt x="8046" y="1083"/>
                    </a:lnTo>
                    <a:close/>
                    <a:moveTo>
                      <a:pt x="5974" y="12834"/>
                    </a:moveTo>
                    <a:lnTo>
                      <a:pt x="5801" y="13795"/>
                    </a:lnTo>
                    <a:lnTo>
                      <a:pt x="5669" y="13772"/>
                    </a:lnTo>
                    <a:lnTo>
                      <a:pt x="5842" y="12817"/>
                    </a:lnTo>
                    <a:close/>
                    <a:moveTo>
                      <a:pt x="7396" y="1002"/>
                    </a:moveTo>
                    <a:lnTo>
                      <a:pt x="7482" y="30"/>
                    </a:lnTo>
                    <a:lnTo>
                      <a:pt x="7614" y="47"/>
                    </a:lnTo>
                    <a:lnTo>
                      <a:pt x="7528" y="1020"/>
                    </a:lnTo>
                    <a:close/>
                    <a:moveTo>
                      <a:pt x="6492" y="12903"/>
                    </a:moveTo>
                    <a:lnTo>
                      <a:pt x="6406" y="13870"/>
                    </a:lnTo>
                    <a:lnTo>
                      <a:pt x="6273" y="13859"/>
                    </a:lnTo>
                    <a:lnTo>
                      <a:pt x="6360" y="12886"/>
                    </a:lnTo>
                    <a:close/>
                    <a:moveTo>
                      <a:pt x="6878" y="979"/>
                    </a:moveTo>
                    <a:lnTo>
                      <a:pt x="6878" y="1"/>
                    </a:lnTo>
                    <a:lnTo>
                      <a:pt x="7010" y="1"/>
                    </a:lnTo>
                    <a:lnTo>
                      <a:pt x="7010" y="979"/>
                    </a:lnTo>
                    <a:close/>
                    <a:moveTo>
                      <a:pt x="7010" y="13893"/>
                    </a:moveTo>
                    <a:lnTo>
                      <a:pt x="6878" y="13893"/>
                    </a:lnTo>
                    <a:lnTo>
                      <a:pt x="6878" y="12915"/>
                    </a:lnTo>
                    <a:lnTo>
                      <a:pt x="7010" y="12915"/>
                    </a:lnTo>
                    <a:close/>
                    <a:moveTo>
                      <a:pt x="6360" y="1008"/>
                    </a:moveTo>
                    <a:lnTo>
                      <a:pt x="6273" y="41"/>
                    </a:lnTo>
                    <a:lnTo>
                      <a:pt x="6400" y="24"/>
                    </a:lnTo>
                    <a:lnTo>
                      <a:pt x="6492" y="997"/>
                    </a:lnTo>
                    <a:close/>
                    <a:moveTo>
                      <a:pt x="7534" y="12886"/>
                    </a:moveTo>
                    <a:lnTo>
                      <a:pt x="7620" y="13859"/>
                    </a:lnTo>
                    <a:lnTo>
                      <a:pt x="7488" y="13870"/>
                    </a:lnTo>
                    <a:lnTo>
                      <a:pt x="7396" y="12903"/>
                    </a:lnTo>
                    <a:close/>
                    <a:moveTo>
                      <a:pt x="5842" y="1089"/>
                    </a:moveTo>
                    <a:lnTo>
                      <a:pt x="5669" y="133"/>
                    </a:lnTo>
                    <a:lnTo>
                      <a:pt x="5801" y="110"/>
                    </a:lnTo>
                    <a:lnTo>
                      <a:pt x="5974" y="1066"/>
                    </a:lnTo>
                    <a:close/>
                    <a:moveTo>
                      <a:pt x="8046" y="12817"/>
                    </a:moveTo>
                    <a:lnTo>
                      <a:pt x="8218" y="13772"/>
                    </a:lnTo>
                    <a:lnTo>
                      <a:pt x="8086" y="13795"/>
                    </a:lnTo>
                    <a:lnTo>
                      <a:pt x="7913" y="12834"/>
                    </a:lnTo>
                    <a:close/>
                    <a:moveTo>
                      <a:pt x="5330" y="1204"/>
                    </a:moveTo>
                    <a:lnTo>
                      <a:pt x="5082" y="260"/>
                    </a:lnTo>
                    <a:lnTo>
                      <a:pt x="5209" y="225"/>
                    </a:lnTo>
                    <a:lnTo>
                      <a:pt x="5462" y="1169"/>
                    </a:lnTo>
                    <a:close/>
                    <a:moveTo>
                      <a:pt x="8552" y="12702"/>
                    </a:moveTo>
                    <a:lnTo>
                      <a:pt x="8805" y="13640"/>
                    </a:lnTo>
                    <a:lnTo>
                      <a:pt x="8679" y="13680"/>
                    </a:lnTo>
                    <a:lnTo>
                      <a:pt x="8426" y="12736"/>
                    </a:lnTo>
                    <a:close/>
                    <a:moveTo>
                      <a:pt x="4840" y="1371"/>
                    </a:moveTo>
                    <a:lnTo>
                      <a:pt x="4512" y="456"/>
                    </a:lnTo>
                    <a:lnTo>
                      <a:pt x="4633" y="415"/>
                    </a:lnTo>
                    <a:lnTo>
                      <a:pt x="4967" y="1325"/>
                    </a:lnTo>
                    <a:close/>
                    <a:moveTo>
                      <a:pt x="9041" y="12535"/>
                    </a:moveTo>
                    <a:lnTo>
                      <a:pt x="9375" y="13450"/>
                    </a:lnTo>
                    <a:lnTo>
                      <a:pt x="9254" y="13490"/>
                    </a:lnTo>
                    <a:lnTo>
                      <a:pt x="8921" y="12575"/>
                    </a:lnTo>
                    <a:close/>
                    <a:moveTo>
                      <a:pt x="4363" y="1572"/>
                    </a:moveTo>
                    <a:lnTo>
                      <a:pt x="3948" y="686"/>
                    </a:lnTo>
                    <a:lnTo>
                      <a:pt x="4075" y="628"/>
                    </a:lnTo>
                    <a:lnTo>
                      <a:pt x="4484" y="1514"/>
                    </a:lnTo>
                    <a:close/>
                    <a:moveTo>
                      <a:pt x="9525" y="12334"/>
                    </a:moveTo>
                    <a:lnTo>
                      <a:pt x="9933" y="13220"/>
                    </a:lnTo>
                    <a:lnTo>
                      <a:pt x="9813" y="13277"/>
                    </a:lnTo>
                    <a:lnTo>
                      <a:pt x="9404" y="12391"/>
                    </a:lnTo>
                    <a:close/>
                    <a:moveTo>
                      <a:pt x="3902" y="1814"/>
                    </a:moveTo>
                    <a:lnTo>
                      <a:pt x="3413" y="974"/>
                    </a:lnTo>
                    <a:lnTo>
                      <a:pt x="3528" y="910"/>
                    </a:lnTo>
                    <a:lnTo>
                      <a:pt x="4017" y="1750"/>
                    </a:lnTo>
                    <a:close/>
                    <a:moveTo>
                      <a:pt x="9985" y="12086"/>
                    </a:moveTo>
                    <a:lnTo>
                      <a:pt x="10474" y="12932"/>
                    </a:lnTo>
                    <a:lnTo>
                      <a:pt x="10359" y="12995"/>
                    </a:lnTo>
                    <a:lnTo>
                      <a:pt x="9870" y="12155"/>
                    </a:lnTo>
                    <a:close/>
                    <a:moveTo>
                      <a:pt x="3471" y="2101"/>
                    </a:moveTo>
                    <a:lnTo>
                      <a:pt x="2907" y="1307"/>
                    </a:lnTo>
                    <a:lnTo>
                      <a:pt x="3016" y="1227"/>
                    </a:lnTo>
                    <a:lnTo>
                      <a:pt x="3574" y="2027"/>
                    </a:lnTo>
                    <a:close/>
                    <a:moveTo>
                      <a:pt x="10417" y="11798"/>
                    </a:moveTo>
                    <a:lnTo>
                      <a:pt x="10981" y="12598"/>
                    </a:lnTo>
                    <a:lnTo>
                      <a:pt x="10871" y="12679"/>
                    </a:lnTo>
                    <a:lnTo>
                      <a:pt x="10307" y="11879"/>
                    </a:lnTo>
                    <a:close/>
                    <a:moveTo>
                      <a:pt x="3056" y="2418"/>
                    </a:moveTo>
                    <a:lnTo>
                      <a:pt x="2435" y="1681"/>
                    </a:lnTo>
                    <a:lnTo>
                      <a:pt x="2533" y="1595"/>
                    </a:lnTo>
                    <a:lnTo>
                      <a:pt x="3160" y="2343"/>
                    </a:lnTo>
                    <a:close/>
                    <a:moveTo>
                      <a:pt x="10825" y="11476"/>
                    </a:moveTo>
                    <a:lnTo>
                      <a:pt x="11453" y="12224"/>
                    </a:lnTo>
                    <a:lnTo>
                      <a:pt x="11355" y="12311"/>
                    </a:lnTo>
                    <a:lnTo>
                      <a:pt x="10728" y="11562"/>
                    </a:lnTo>
                    <a:close/>
                    <a:moveTo>
                      <a:pt x="2677" y="2781"/>
                    </a:moveTo>
                    <a:lnTo>
                      <a:pt x="1986" y="2090"/>
                    </a:lnTo>
                    <a:lnTo>
                      <a:pt x="2078" y="1998"/>
                    </a:lnTo>
                    <a:lnTo>
                      <a:pt x="2769" y="2688"/>
                    </a:lnTo>
                    <a:close/>
                    <a:moveTo>
                      <a:pt x="11211" y="11125"/>
                    </a:moveTo>
                    <a:lnTo>
                      <a:pt x="11902" y="11816"/>
                    </a:lnTo>
                    <a:lnTo>
                      <a:pt x="11804" y="11908"/>
                    </a:lnTo>
                    <a:lnTo>
                      <a:pt x="11113" y="11217"/>
                    </a:lnTo>
                    <a:close/>
                    <a:moveTo>
                      <a:pt x="2331" y="3166"/>
                    </a:moveTo>
                    <a:lnTo>
                      <a:pt x="1583" y="2545"/>
                    </a:lnTo>
                    <a:lnTo>
                      <a:pt x="1669" y="2441"/>
                    </a:lnTo>
                    <a:lnTo>
                      <a:pt x="2418" y="3068"/>
                    </a:lnTo>
                    <a:close/>
                    <a:moveTo>
                      <a:pt x="11556" y="10734"/>
                    </a:moveTo>
                    <a:lnTo>
                      <a:pt x="12304" y="11361"/>
                    </a:lnTo>
                    <a:lnTo>
                      <a:pt x="12218" y="11459"/>
                    </a:lnTo>
                    <a:lnTo>
                      <a:pt x="11470" y="10837"/>
                    </a:lnTo>
                    <a:close/>
                    <a:moveTo>
                      <a:pt x="2015" y="3586"/>
                    </a:moveTo>
                    <a:lnTo>
                      <a:pt x="1215" y="3022"/>
                    </a:lnTo>
                    <a:lnTo>
                      <a:pt x="1295" y="2919"/>
                    </a:lnTo>
                    <a:lnTo>
                      <a:pt x="2095" y="3477"/>
                    </a:lnTo>
                    <a:close/>
                    <a:moveTo>
                      <a:pt x="11873" y="10319"/>
                    </a:moveTo>
                    <a:lnTo>
                      <a:pt x="12667" y="10878"/>
                    </a:lnTo>
                    <a:lnTo>
                      <a:pt x="12592" y="10987"/>
                    </a:lnTo>
                    <a:lnTo>
                      <a:pt x="11792" y="10429"/>
                    </a:lnTo>
                    <a:close/>
                    <a:moveTo>
                      <a:pt x="1744" y="4024"/>
                    </a:moveTo>
                    <a:lnTo>
                      <a:pt x="898" y="3534"/>
                    </a:lnTo>
                    <a:lnTo>
                      <a:pt x="967" y="3419"/>
                    </a:lnTo>
                    <a:lnTo>
                      <a:pt x="1808" y="3908"/>
                    </a:lnTo>
                    <a:close/>
                    <a:moveTo>
                      <a:pt x="12143" y="9882"/>
                    </a:moveTo>
                    <a:lnTo>
                      <a:pt x="12983" y="10371"/>
                    </a:lnTo>
                    <a:lnTo>
                      <a:pt x="12920" y="10486"/>
                    </a:lnTo>
                    <a:lnTo>
                      <a:pt x="12080" y="9997"/>
                    </a:lnTo>
                    <a:close/>
                    <a:moveTo>
                      <a:pt x="1560" y="4369"/>
                    </a:moveTo>
                    <a:lnTo>
                      <a:pt x="1503" y="4490"/>
                    </a:lnTo>
                    <a:lnTo>
                      <a:pt x="622" y="4081"/>
                    </a:lnTo>
                    <a:lnTo>
                      <a:pt x="680" y="3960"/>
                    </a:lnTo>
                    <a:close/>
                    <a:moveTo>
                      <a:pt x="12322" y="9537"/>
                    </a:moveTo>
                    <a:lnTo>
                      <a:pt x="12379" y="9410"/>
                    </a:lnTo>
                    <a:lnTo>
                      <a:pt x="13265" y="9824"/>
                    </a:lnTo>
                    <a:lnTo>
                      <a:pt x="13208" y="9945"/>
                    </a:lnTo>
                    <a:close/>
                    <a:moveTo>
                      <a:pt x="1359" y="4852"/>
                    </a:moveTo>
                    <a:lnTo>
                      <a:pt x="1318" y="4973"/>
                    </a:lnTo>
                    <a:lnTo>
                      <a:pt x="403" y="4645"/>
                    </a:lnTo>
                    <a:lnTo>
                      <a:pt x="444" y="4518"/>
                    </a:lnTo>
                    <a:close/>
                    <a:moveTo>
                      <a:pt x="12523" y="9053"/>
                    </a:moveTo>
                    <a:lnTo>
                      <a:pt x="12569" y="8932"/>
                    </a:lnTo>
                    <a:lnTo>
                      <a:pt x="13484" y="9260"/>
                    </a:lnTo>
                    <a:lnTo>
                      <a:pt x="13438" y="9381"/>
                    </a:lnTo>
                    <a:close/>
                    <a:moveTo>
                      <a:pt x="1198" y="5341"/>
                    </a:moveTo>
                    <a:lnTo>
                      <a:pt x="1157" y="5468"/>
                    </a:lnTo>
                    <a:lnTo>
                      <a:pt x="219" y="5221"/>
                    </a:lnTo>
                    <a:lnTo>
                      <a:pt x="254" y="5088"/>
                    </a:lnTo>
                    <a:close/>
                    <a:moveTo>
                      <a:pt x="12690" y="8564"/>
                    </a:moveTo>
                    <a:lnTo>
                      <a:pt x="12725" y="8432"/>
                    </a:lnTo>
                    <a:lnTo>
                      <a:pt x="13668" y="8685"/>
                    </a:lnTo>
                    <a:lnTo>
                      <a:pt x="13634" y="8817"/>
                    </a:lnTo>
                    <a:close/>
                    <a:moveTo>
                      <a:pt x="1083" y="5854"/>
                    </a:moveTo>
                    <a:lnTo>
                      <a:pt x="1059" y="5980"/>
                    </a:lnTo>
                    <a:lnTo>
                      <a:pt x="104" y="5808"/>
                    </a:lnTo>
                    <a:lnTo>
                      <a:pt x="121" y="5681"/>
                    </a:lnTo>
                    <a:close/>
                    <a:moveTo>
                      <a:pt x="12805" y="8052"/>
                    </a:moveTo>
                    <a:lnTo>
                      <a:pt x="12828" y="7925"/>
                    </a:lnTo>
                    <a:lnTo>
                      <a:pt x="13783" y="8098"/>
                    </a:lnTo>
                    <a:lnTo>
                      <a:pt x="13760" y="8225"/>
                    </a:lnTo>
                    <a:close/>
                    <a:moveTo>
                      <a:pt x="1008" y="6360"/>
                    </a:moveTo>
                    <a:lnTo>
                      <a:pt x="996" y="6492"/>
                    </a:lnTo>
                    <a:lnTo>
                      <a:pt x="24" y="6406"/>
                    </a:lnTo>
                    <a:lnTo>
                      <a:pt x="35" y="6274"/>
                    </a:lnTo>
                    <a:close/>
                    <a:moveTo>
                      <a:pt x="12886" y="7534"/>
                    </a:moveTo>
                    <a:lnTo>
                      <a:pt x="12897" y="7402"/>
                    </a:lnTo>
                    <a:lnTo>
                      <a:pt x="13870" y="7488"/>
                    </a:lnTo>
                    <a:lnTo>
                      <a:pt x="13858" y="762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41;p39">
                <a:extLst>
                  <a:ext uri="{FF2B5EF4-FFF2-40B4-BE49-F238E27FC236}">
                    <a16:creationId xmlns:a16="http://schemas.microsoft.com/office/drawing/2014/main" id="{29507283-DFFD-71EB-FEBE-DE337E920493}"/>
                  </a:ext>
                </a:extLst>
              </p:cNvPr>
              <p:cNvSpPr/>
              <p:nvPr/>
            </p:nvSpPr>
            <p:spPr>
              <a:xfrm>
                <a:off x="6573635" y="1921865"/>
                <a:ext cx="199103" cy="201929"/>
              </a:xfrm>
              <a:custGeom>
                <a:avLst/>
                <a:gdLst/>
                <a:ahLst/>
                <a:cxnLst/>
                <a:rect l="l" t="t" r="r" b="b"/>
                <a:pathLst>
                  <a:path w="3241" h="3287" extrusionOk="0">
                    <a:moveTo>
                      <a:pt x="3240" y="576"/>
                    </a:moveTo>
                    <a:lnTo>
                      <a:pt x="979" y="0"/>
                    </a:lnTo>
                    <a:cubicBezTo>
                      <a:pt x="789" y="535"/>
                      <a:pt x="443" y="996"/>
                      <a:pt x="0" y="1318"/>
                    </a:cubicBezTo>
                    <a:lnTo>
                      <a:pt x="1266" y="3286"/>
                    </a:lnTo>
                    <a:cubicBezTo>
                      <a:pt x="2199" y="2636"/>
                      <a:pt x="2912" y="1686"/>
                      <a:pt x="3240" y="57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42;p39">
                <a:extLst>
                  <a:ext uri="{FF2B5EF4-FFF2-40B4-BE49-F238E27FC236}">
                    <a16:creationId xmlns:a16="http://schemas.microsoft.com/office/drawing/2014/main" id="{2FFCB235-2A52-0478-A413-2B3CE0AD15EA}"/>
                  </a:ext>
                </a:extLst>
              </p:cNvPr>
              <p:cNvSpPr/>
              <p:nvPr/>
            </p:nvSpPr>
            <p:spPr>
              <a:xfrm>
                <a:off x="6161418" y="1554496"/>
                <a:ext cx="364909" cy="461788"/>
              </a:xfrm>
              <a:custGeom>
                <a:avLst/>
                <a:gdLst/>
                <a:ahLst/>
                <a:cxnLst/>
                <a:rect l="l" t="t" r="r" b="b"/>
                <a:pathLst>
                  <a:path w="5940" h="7517" extrusionOk="0">
                    <a:moveTo>
                      <a:pt x="5087" y="1"/>
                    </a:moveTo>
                    <a:cubicBezTo>
                      <a:pt x="2285" y="1"/>
                      <a:pt x="0" y="2280"/>
                      <a:pt x="0" y="5088"/>
                    </a:cubicBezTo>
                    <a:cubicBezTo>
                      <a:pt x="0" y="5963"/>
                      <a:pt x="225" y="6792"/>
                      <a:pt x="622" y="7517"/>
                    </a:cubicBezTo>
                    <a:lnTo>
                      <a:pt x="2613" y="6303"/>
                    </a:lnTo>
                    <a:cubicBezTo>
                      <a:pt x="2434" y="5934"/>
                      <a:pt x="2331" y="5526"/>
                      <a:pt x="2331" y="5094"/>
                    </a:cubicBezTo>
                    <a:cubicBezTo>
                      <a:pt x="2331" y="3575"/>
                      <a:pt x="3562" y="2343"/>
                      <a:pt x="5082" y="2343"/>
                    </a:cubicBezTo>
                    <a:cubicBezTo>
                      <a:pt x="5197" y="2343"/>
                      <a:pt x="5306" y="2355"/>
                      <a:pt x="5410" y="2366"/>
                    </a:cubicBezTo>
                    <a:lnTo>
                      <a:pt x="5939" y="87"/>
                    </a:lnTo>
                    <a:cubicBezTo>
                      <a:pt x="5663" y="24"/>
                      <a:pt x="5375" y="1"/>
                      <a:pt x="50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43;p39">
                <a:extLst>
                  <a:ext uri="{FF2B5EF4-FFF2-40B4-BE49-F238E27FC236}">
                    <a16:creationId xmlns:a16="http://schemas.microsoft.com/office/drawing/2014/main" id="{F177BA44-8CD4-45CB-500D-ED1116565D6A}"/>
                  </a:ext>
                </a:extLst>
              </p:cNvPr>
              <p:cNvSpPr/>
              <p:nvPr/>
            </p:nvSpPr>
            <p:spPr>
              <a:xfrm>
                <a:off x="6142312" y="1527650"/>
                <a:ext cx="665375" cy="665068"/>
              </a:xfrm>
              <a:custGeom>
                <a:avLst/>
                <a:gdLst/>
                <a:ahLst/>
                <a:cxnLst/>
                <a:rect l="l" t="t" r="r" b="b"/>
                <a:pathLst>
                  <a:path w="10831" h="10826" extrusionOk="0">
                    <a:moveTo>
                      <a:pt x="1261" y="5410"/>
                    </a:moveTo>
                    <a:cubicBezTo>
                      <a:pt x="1261" y="7735"/>
                      <a:pt x="3154" y="9628"/>
                      <a:pt x="5485" y="9628"/>
                    </a:cubicBezTo>
                    <a:cubicBezTo>
                      <a:pt x="7815" y="9628"/>
                      <a:pt x="9709" y="7735"/>
                      <a:pt x="9709" y="5410"/>
                    </a:cubicBezTo>
                    <a:cubicBezTo>
                      <a:pt x="9709" y="3079"/>
                      <a:pt x="7815" y="1186"/>
                      <a:pt x="5485" y="1186"/>
                    </a:cubicBezTo>
                    <a:cubicBezTo>
                      <a:pt x="3165" y="1186"/>
                      <a:pt x="1261" y="3085"/>
                      <a:pt x="1261" y="5410"/>
                    </a:cubicBezTo>
                    <a:close/>
                    <a:moveTo>
                      <a:pt x="9657" y="5410"/>
                    </a:moveTo>
                    <a:cubicBezTo>
                      <a:pt x="9657" y="7712"/>
                      <a:pt x="7787" y="9582"/>
                      <a:pt x="5485" y="9582"/>
                    </a:cubicBezTo>
                    <a:cubicBezTo>
                      <a:pt x="3183" y="9582"/>
                      <a:pt x="1312" y="7712"/>
                      <a:pt x="1312" y="5410"/>
                    </a:cubicBezTo>
                    <a:cubicBezTo>
                      <a:pt x="1312" y="3108"/>
                      <a:pt x="3183" y="1238"/>
                      <a:pt x="5485" y="1238"/>
                    </a:cubicBezTo>
                    <a:cubicBezTo>
                      <a:pt x="7787" y="1238"/>
                      <a:pt x="9657" y="3114"/>
                      <a:pt x="9657" y="5410"/>
                    </a:cubicBezTo>
                    <a:close/>
                    <a:moveTo>
                      <a:pt x="760" y="5358"/>
                    </a:moveTo>
                    <a:lnTo>
                      <a:pt x="760" y="5456"/>
                    </a:lnTo>
                    <a:lnTo>
                      <a:pt x="0" y="5456"/>
                    </a:lnTo>
                    <a:lnTo>
                      <a:pt x="0" y="5358"/>
                    </a:lnTo>
                    <a:close/>
                    <a:moveTo>
                      <a:pt x="10071" y="5468"/>
                    </a:moveTo>
                    <a:lnTo>
                      <a:pt x="10071" y="5364"/>
                    </a:lnTo>
                    <a:lnTo>
                      <a:pt x="10831" y="5364"/>
                    </a:lnTo>
                    <a:lnTo>
                      <a:pt x="10831" y="5468"/>
                    </a:lnTo>
                    <a:close/>
                    <a:moveTo>
                      <a:pt x="783" y="5871"/>
                    </a:moveTo>
                    <a:lnTo>
                      <a:pt x="29" y="5934"/>
                    </a:lnTo>
                    <a:lnTo>
                      <a:pt x="18" y="5830"/>
                    </a:lnTo>
                    <a:lnTo>
                      <a:pt x="777" y="5767"/>
                    </a:lnTo>
                    <a:close/>
                    <a:moveTo>
                      <a:pt x="10048" y="4956"/>
                    </a:moveTo>
                    <a:lnTo>
                      <a:pt x="10802" y="4892"/>
                    </a:lnTo>
                    <a:lnTo>
                      <a:pt x="10808" y="4990"/>
                    </a:lnTo>
                    <a:lnTo>
                      <a:pt x="10054" y="5053"/>
                    </a:lnTo>
                    <a:close/>
                    <a:moveTo>
                      <a:pt x="841" y="6273"/>
                    </a:moveTo>
                    <a:lnTo>
                      <a:pt x="92" y="6400"/>
                    </a:lnTo>
                    <a:lnTo>
                      <a:pt x="69" y="6302"/>
                    </a:lnTo>
                    <a:lnTo>
                      <a:pt x="818" y="6170"/>
                    </a:lnTo>
                    <a:close/>
                    <a:moveTo>
                      <a:pt x="9991" y="4553"/>
                    </a:moveTo>
                    <a:lnTo>
                      <a:pt x="10739" y="4420"/>
                    </a:lnTo>
                    <a:lnTo>
                      <a:pt x="10762" y="4524"/>
                    </a:lnTo>
                    <a:lnTo>
                      <a:pt x="10014" y="4651"/>
                    </a:lnTo>
                    <a:close/>
                    <a:moveTo>
                      <a:pt x="933" y="6665"/>
                    </a:moveTo>
                    <a:lnTo>
                      <a:pt x="202" y="6860"/>
                    </a:lnTo>
                    <a:lnTo>
                      <a:pt x="167" y="6763"/>
                    </a:lnTo>
                    <a:lnTo>
                      <a:pt x="904" y="6567"/>
                    </a:lnTo>
                    <a:close/>
                    <a:moveTo>
                      <a:pt x="9899" y="4156"/>
                    </a:moveTo>
                    <a:lnTo>
                      <a:pt x="10629" y="3960"/>
                    </a:lnTo>
                    <a:lnTo>
                      <a:pt x="10658" y="4064"/>
                    </a:lnTo>
                    <a:lnTo>
                      <a:pt x="9927" y="4259"/>
                    </a:lnTo>
                    <a:close/>
                    <a:moveTo>
                      <a:pt x="1065" y="7050"/>
                    </a:moveTo>
                    <a:lnTo>
                      <a:pt x="351" y="7309"/>
                    </a:lnTo>
                    <a:lnTo>
                      <a:pt x="311" y="7206"/>
                    </a:lnTo>
                    <a:lnTo>
                      <a:pt x="1025" y="6947"/>
                    </a:lnTo>
                    <a:close/>
                    <a:moveTo>
                      <a:pt x="9772" y="3770"/>
                    </a:moveTo>
                    <a:lnTo>
                      <a:pt x="10486" y="3511"/>
                    </a:lnTo>
                    <a:lnTo>
                      <a:pt x="10520" y="3609"/>
                    </a:lnTo>
                    <a:lnTo>
                      <a:pt x="9812" y="3868"/>
                    </a:lnTo>
                    <a:close/>
                    <a:moveTo>
                      <a:pt x="1220" y="7424"/>
                    </a:moveTo>
                    <a:lnTo>
                      <a:pt x="530" y="7747"/>
                    </a:lnTo>
                    <a:lnTo>
                      <a:pt x="489" y="7655"/>
                    </a:lnTo>
                    <a:lnTo>
                      <a:pt x="1180" y="7327"/>
                    </a:lnTo>
                    <a:close/>
                    <a:moveTo>
                      <a:pt x="9611" y="3396"/>
                    </a:moveTo>
                    <a:lnTo>
                      <a:pt x="10296" y="3068"/>
                    </a:lnTo>
                    <a:lnTo>
                      <a:pt x="10342" y="3166"/>
                    </a:lnTo>
                    <a:lnTo>
                      <a:pt x="9651" y="3488"/>
                    </a:lnTo>
                    <a:close/>
                    <a:moveTo>
                      <a:pt x="1416" y="7781"/>
                    </a:moveTo>
                    <a:lnTo>
                      <a:pt x="754" y="8161"/>
                    </a:lnTo>
                    <a:lnTo>
                      <a:pt x="702" y="8075"/>
                    </a:lnTo>
                    <a:lnTo>
                      <a:pt x="1364" y="7695"/>
                    </a:lnTo>
                    <a:close/>
                    <a:moveTo>
                      <a:pt x="9421" y="3039"/>
                    </a:moveTo>
                    <a:lnTo>
                      <a:pt x="10083" y="2659"/>
                    </a:lnTo>
                    <a:lnTo>
                      <a:pt x="10135" y="2746"/>
                    </a:lnTo>
                    <a:lnTo>
                      <a:pt x="9473" y="3125"/>
                    </a:lnTo>
                    <a:close/>
                    <a:moveTo>
                      <a:pt x="1629" y="8121"/>
                    </a:moveTo>
                    <a:lnTo>
                      <a:pt x="1007" y="8558"/>
                    </a:lnTo>
                    <a:lnTo>
                      <a:pt x="950" y="8472"/>
                    </a:lnTo>
                    <a:lnTo>
                      <a:pt x="1571" y="8034"/>
                    </a:lnTo>
                    <a:close/>
                    <a:moveTo>
                      <a:pt x="9197" y="2694"/>
                    </a:moveTo>
                    <a:lnTo>
                      <a:pt x="9824" y="2257"/>
                    </a:lnTo>
                    <a:lnTo>
                      <a:pt x="9881" y="2343"/>
                    </a:lnTo>
                    <a:lnTo>
                      <a:pt x="9254" y="2780"/>
                    </a:lnTo>
                    <a:close/>
                    <a:moveTo>
                      <a:pt x="1882" y="8443"/>
                    </a:moveTo>
                    <a:lnTo>
                      <a:pt x="1301" y="8932"/>
                    </a:lnTo>
                    <a:lnTo>
                      <a:pt x="1238" y="8852"/>
                    </a:lnTo>
                    <a:lnTo>
                      <a:pt x="1819" y="8362"/>
                    </a:lnTo>
                    <a:close/>
                    <a:moveTo>
                      <a:pt x="8949" y="2377"/>
                    </a:moveTo>
                    <a:lnTo>
                      <a:pt x="9530" y="1888"/>
                    </a:lnTo>
                    <a:lnTo>
                      <a:pt x="9594" y="1969"/>
                    </a:lnTo>
                    <a:lnTo>
                      <a:pt x="9012" y="2458"/>
                    </a:lnTo>
                    <a:close/>
                    <a:moveTo>
                      <a:pt x="2164" y="8736"/>
                    </a:moveTo>
                    <a:lnTo>
                      <a:pt x="1623" y="9277"/>
                    </a:lnTo>
                    <a:lnTo>
                      <a:pt x="1548" y="9208"/>
                    </a:lnTo>
                    <a:lnTo>
                      <a:pt x="2089" y="8667"/>
                    </a:lnTo>
                    <a:close/>
                    <a:moveTo>
                      <a:pt x="8673" y="2084"/>
                    </a:moveTo>
                    <a:lnTo>
                      <a:pt x="9214" y="1543"/>
                    </a:lnTo>
                    <a:lnTo>
                      <a:pt x="9283" y="1618"/>
                    </a:lnTo>
                    <a:lnTo>
                      <a:pt x="8748" y="2159"/>
                    </a:lnTo>
                    <a:close/>
                    <a:moveTo>
                      <a:pt x="2463" y="9013"/>
                    </a:moveTo>
                    <a:lnTo>
                      <a:pt x="1974" y="9594"/>
                    </a:lnTo>
                    <a:lnTo>
                      <a:pt x="1899" y="9531"/>
                    </a:lnTo>
                    <a:lnTo>
                      <a:pt x="2389" y="8949"/>
                    </a:lnTo>
                    <a:close/>
                    <a:moveTo>
                      <a:pt x="8374" y="1813"/>
                    </a:moveTo>
                    <a:lnTo>
                      <a:pt x="8863" y="1226"/>
                    </a:lnTo>
                    <a:lnTo>
                      <a:pt x="8938" y="1295"/>
                    </a:lnTo>
                    <a:lnTo>
                      <a:pt x="8448" y="1877"/>
                    </a:lnTo>
                    <a:close/>
                    <a:moveTo>
                      <a:pt x="2791" y="9249"/>
                    </a:moveTo>
                    <a:lnTo>
                      <a:pt x="2348" y="9876"/>
                    </a:lnTo>
                    <a:lnTo>
                      <a:pt x="2262" y="9818"/>
                    </a:lnTo>
                    <a:lnTo>
                      <a:pt x="2699" y="9191"/>
                    </a:lnTo>
                    <a:close/>
                    <a:moveTo>
                      <a:pt x="8040" y="1566"/>
                    </a:moveTo>
                    <a:lnTo>
                      <a:pt x="8477" y="939"/>
                    </a:lnTo>
                    <a:lnTo>
                      <a:pt x="8563" y="996"/>
                    </a:lnTo>
                    <a:lnTo>
                      <a:pt x="8126" y="1623"/>
                    </a:lnTo>
                    <a:close/>
                    <a:moveTo>
                      <a:pt x="3131" y="9462"/>
                    </a:moveTo>
                    <a:lnTo>
                      <a:pt x="2751" y="10123"/>
                    </a:lnTo>
                    <a:lnTo>
                      <a:pt x="2665" y="10077"/>
                    </a:lnTo>
                    <a:lnTo>
                      <a:pt x="3045" y="9416"/>
                    </a:lnTo>
                    <a:close/>
                    <a:moveTo>
                      <a:pt x="7695" y="1353"/>
                    </a:moveTo>
                    <a:lnTo>
                      <a:pt x="8074" y="691"/>
                    </a:lnTo>
                    <a:lnTo>
                      <a:pt x="8161" y="737"/>
                    </a:lnTo>
                    <a:lnTo>
                      <a:pt x="7781" y="1399"/>
                    </a:lnTo>
                    <a:close/>
                    <a:moveTo>
                      <a:pt x="3493" y="9651"/>
                    </a:moveTo>
                    <a:lnTo>
                      <a:pt x="3171" y="10342"/>
                    </a:lnTo>
                    <a:lnTo>
                      <a:pt x="3079" y="10302"/>
                    </a:lnTo>
                    <a:lnTo>
                      <a:pt x="3401" y="9605"/>
                    </a:lnTo>
                    <a:close/>
                    <a:moveTo>
                      <a:pt x="7338" y="1169"/>
                    </a:moveTo>
                    <a:lnTo>
                      <a:pt x="7660" y="478"/>
                    </a:lnTo>
                    <a:lnTo>
                      <a:pt x="7752" y="524"/>
                    </a:lnTo>
                    <a:lnTo>
                      <a:pt x="7430" y="1215"/>
                    </a:lnTo>
                    <a:close/>
                    <a:moveTo>
                      <a:pt x="3873" y="9801"/>
                    </a:moveTo>
                    <a:lnTo>
                      <a:pt x="3614" y="10515"/>
                    </a:lnTo>
                    <a:lnTo>
                      <a:pt x="3517" y="10480"/>
                    </a:lnTo>
                    <a:lnTo>
                      <a:pt x="3775" y="9767"/>
                    </a:lnTo>
                    <a:close/>
                    <a:moveTo>
                      <a:pt x="6964" y="1019"/>
                    </a:moveTo>
                    <a:lnTo>
                      <a:pt x="7223" y="306"/>
                    </a:lnTo>
                    <a:lnTo>
                      <a:pt x="7320" y="346"/>
                    </a:lnTo>
                    <a:lnTo>
                      <a:pt x="7061" y="1054"/>
                    </a:lnTo>
                    <a:close/>
                    <a:moveTo>
                      <a:pt x="4265" y="9916"/>
                    </a:moveTo>
                    <a:lnTo>
                      <a:pt x="4069" y="10653"/>
                    </a:lnTo>
                    <a:lnTo>
                      <a:pt x="3965" y="10624"/>
                    </a:lnTo>
                    <a:lnTo>
                      <a:pt x="4161" y="9887"/>
                    </a:lnTo>
                    <a:close/>
                    <a:moveTo>
                      <a:pt x="6572" y="904"/>
                    </a:moveTo>
                    <a:lnTo>
                      <a:pt x="6768" y="173"/>
                    </a:lnTo>
                    <a:lnTo>
                      <a:pt x="6866" y="202"/>
                    </a:lnTo>
                    <a:lnTo>
                      <a:pt x="6676" y="933"/>
                    </a:lnTo>
                    <a:close/>
                    <a:moveTo>
                      <a:pt x="4662" y="10002"/>
                    </a:moveTo>
                    <a:lnTo>
                      <a:pt x="4529" y="10751"/>
                    </a:lnTo>
                    <a:lnTo>
                      <a:pt x="4426" y="10728"/>
                    </a:lnTo>
                    <a:lnTo>
                      <a:pt x="4558" y="9979"/>
                    </a:lnTo>
                    <a:close/>
                    <a:moveTo>
                      <a:pt x="6169" y="818"/>
                    </a:moveTo>
                    <a:lnTo>
                      <a:pt x="6302" y="70"/>
                    </a:lnTo>
                    <a:lnTo>
                      <a:pt x="6400" y="93"/>
                    </a:lnTo>
                    <a:lnTo>
                      <a:pt x="6273" y="841"/>
                    </a:lnTo>
                    <a:close/>
                    <a:moveTo>
                      <a:pt x="5065" y="10049"/>
                    </a:moveTo>
                    <a:lnTo>
                      <a:pt x="4996" y="10802"/>
                    </a:lnTo>
                    <a:lnTo>
                      <a:pt x="4898" y="10797"/>
                    </a:lnTo>
                    <a:lnTo>
                      <a:pt x="4961" y="10037"/>
                    </a:lnTo>
                    <a:close/>
                    <a:moveTo>
                      <a:pt x="5767" y="766"/>
                    </a:moveTo>
                    <a:lnTo>
                      <a:pt x="5830" y="12"/>
                    </a:lnTo>
                    <a:lnTo>
                      <a:pt x="5934" y="18"/>
                    </a:lnTo>
                    <a:lnTo>
                      <a:pt x="5870" y="778"/>
                    </a:lnTo>
                    <a:close/>
                    <a:moveTo>
                      <a:pt x="5467" y="10060"/>
                    </a:moveTo>
                    <a:lnTo>
                      <a:pt x="5467" y="10825"/>
                    </a:lnTo>
                    <a:lnTo>
                      <a:pt x="5364" y="10825"/>
                    </a:lnTo>
                    <a:lnTo>
                      <a:pt x="5364" y="10060"/>
                    </a:lnTo>
                    <a:close/>
                    <a:moveTo>
                      <a:pt x="5364" y="1"/>
                    </a:moveTo>
                    <a:lnTo>
                      <a:pt x="5467" y="1"/>
                    </a:lnTo>
                    <a:lnTo>
                      <a:pt x="5467" y="760"/>
                    </a:lnTo>
                    <a:lnTo>
                      <a:pt x="5364" y="760"/>
                    </a:lnTo>
                    <a:close/>
                    <a:moveTo>
                      <a:pt x="5876" y="10037"/>
                    </a:moveTo>
                    <a:lnTo>
                      <a:pt x="5939" y="10797"/>
                    </a:lnTo>
                    <a:lnTo>
                      <a:pt x="5841" y="10802"/>
                    </a:lnTo>
                    <a:lnTo>
                      <a:pt x="5772" y="10049"/>
                    </a:lnTo>
                    <a:close/>
                    <a:moveTo>
                      <a:pt x="4961" y="778"/>
                    </a:moveTo>
                    <a:lnTo>
                      <a:pt x="4898" y="18"/>
                    </a:lnTo>
                    <a:lnTo>
                      <a:pt x="4996" y="12"/>
                    </a:lnTo>
                    <a:lnTo>
                      <a:pt x="5065" y="766"/>
                    </a:lnTo>
                    <a:close/>
                    <a:moveTo>
                      <a:pt x="6279" y="9985"/>
                    </a:moveTo>
                    <a:lnTo>
                      <a:pt x="6405" y="10733"/>
                    </a:lnTo>
                    <a:lnTo>
                      <a:pt x="6308" y="10751"/>
                    </a:lnTo>
                    <a:lnTo>
                      <a:pt x="6175" y="10002"/>
                    </a:lnTo>
                    <a:close/>
                    <a:moveTo>
                      <a:pt x="4558" y="835"/>
                    </a:moveTo>
                    <a:lnTo>
                      <a:pt x="4432" y="87"/>
                    </a:lnTo>
                    <a:lnTo>
                      <a:pt x="4529" y="64"/>
                    </a:lnTo>
                    <a:lnTo>
                      <a:pt x="4662" y="812"/>
                    </a:lnTo>
                    <a:close/>
                    <a:moveTo>
                      <a:pt x="6676" y="9887"/>
                    </a:moveTo>
                    <a:lnTo>
                      <a:pt x="6866" y="10624"/>
                    </a:lnTo>
                    <a:lnTo>
                      <a:pt x="6768" y="10653"/>
                    </a:lnTo>
                    <a:lnTo>
                      <a:pt x="6572" y="9916"/>
                    </a:lnTo>
                    <a:close/>
                    <a:moveTo>
                      <a:pt x="4161" y="927"/>
                    </a:moveTo>
                    <a:lnTo>
                      <a:pt x="3971" y="191"/>
                    </a:lnTo>
                    <a:lnTo>
                      <a:pt x="4069" y="162"/>
                    </a:lnTo>
                    <a:lnTo>
                      <a:pt x="4265" y="898"/>
                    </a:lnTo>
                    <a:close/>
                    <a:moveTo>
                      <a:pt x="7056" y="9767"/>
                    </a:moveTo>
                    <a:lnTo>
                      <a:pt x="7315" y="10480"/>
                    </a:lnTo>
                    <a:lnTo>
                      <a:pt x="7211" y="10515"/>
                    </a:lnTo>
                    <a:lnTo>
                      <a:pt x="6952" y="9801"/>
                    </a:lnTo>
                    <a:close/>
                    <a:moveTo>
                      <a:pt x="3775" y="1054"/>
                    </a:moveTo>
                    <a:lnTo>
                      <a:pt x="3517" y="346"/>
                    </a:lnTo>
                    <a:lnTo>
                      <a:pt x="3614" y="306"/>
                    </a:lnTo>
                    <a:lnTo>
                      <a:pt x="3873" y="1019"/>
                    </a:lnTo>
                    <a:close/>
                    <a:moveTo>
                      <a:pt x="7430" y="9605"/>
                    </a:moveTo>
                    <a:lnTo>
                      <a:pt x="7752" y="10302"/>
                    </a:lnTo>
                    <a:lnTo>
                      <a:pt x="7660" y="10342"/>
                    </a:lnTo>
                    <a:lnTo>
                      <a:pt x="7338" y="9651"/>
                    </a:lnTo>
                    <a:close/>
                    <a:moveTo>
                      <a:pt x="3401" y="1215"/>
                    </a:moveTo>
                    <a:lnTo>
                      <a:pt x="3079" y="524"/>
                    </a:lnTo>
                    <a:lnTo>
                      <a:pt x="3171" y="478"/>
                    </a:lnTo>
                    <a:lnTo>
                      <a:pt x="3493" y="1169"/>
                    </a:lnTo>
                    <a:close/>
                    <a:moveTo>
                      <a:pt x="7787" y="9416"/>
                    </a:moveTo>
                    <a:lnTo>
                      <a:pt x="8172" y="10077"/>
                    </a:lnTo>
                    <a:lnTo>
                      <a:pt x="8086" y="10123"/>
                    </a:lnTo>
                    <a:lnTo>
                      <a:pt x="7700" y="9462"/>
                    </a:lnTo>
                    <a:close/>
                    <a:moveTo>
                      <a:pt x="3039" y="1411"/>
                    </a:moveTo>
                    <a:lnTo>
                      <a:pt x="2659" y="749"/>
                    </a:lnTo>
                    <a:lnTo>
                      <a:pt x="2745" y="697"/>
                    </a:lnTo>
                    <a:lnTo>
                      <a:pt x="3125" y="1359"/>
                    </a:lnTo>
                    <a:close/>
                    <a:moveTo>
                      <a:pt x="8126" y="9191"/>
                    </a:moveTo>
                    <a:lnTo>
                      <a:pt x="8563" y="9818"/>
                    </a:lnTo>
                    <a:lnTo>
                      <a:pt x="8477" y="9876"/>
                    </a:lnTo>
                    <a:lnTo>
                      <a:pt x="8040" y="9249"/>
                    </a:lnTo>
                    <a:close/>
                    <a:moveTo>
                      <a:pt x="2699" y="1629"/>
                    </a:moveTo>
                    <a:lnTo>
                      <a:pt x="2262" y="1008"/>
                    </a:lnTo>
                    <a:lnTo>
                      <a:pt x="2348" y="950"/>
                    </a:lnTo>
                    <a:lnTo>
                      <a:pt x="2791" y="1572"/>
                    </a:lnTo>
                    <a:close/>
                    <a:moveTo>
                      <a:pt x="8448" y="8938"/>
                    </a:moveTo>
                    <a:lnTo>
                      <a:pt x="8938" y="9525"/>
                    </a:lnTo>
                    <a:lnTo>
                      <a:pt x="8863" y="9588"/>
                    </a:lnTo>
                    <a:lnTo>
                      <a:pt x="8374" y="9007"/>
                    </a:lnTo>
                    <a:close/>
                    <a:moveTo>
                      <a:pt x="2389" y="1877"/>
                    </a:moveTo>
                    <a:lnTo>
                      <a:pt x="1899" y="1295"/>
                    </a:lnTo>
                    <a:lnTo>
                      <a:pt x="1974" y="1226"/>
                    </a:lnTo>
                    <a:lnTo>
                      <a:pt x="2463" y="1813"/>
                    </a:lnTo>
                    <a:close/>
                    <a:moveTo>
                      <a:pt x="8748" y="8667"/>
                    </a:moveTo>
                    <a:lnTo>
                      <a:pt x="9283" y="9208"/>
                    </a:lnTo>
                    <a:lnTo>
                      <a:pt x="9214" y="9277"/>
                    </a:lnTo>
                    <a:lnTo>
                      <a:pt x="8673" y="8736"/>
                    </a:lnTo>
                    <a:close/>
                    <a:moveTo>
                      <a:pt x="2089" y="2159"/>
                    </a:moveTo>
                    <a:lnTo>
                      <a:pt x="1548" y="1618"/>
                    </a:lnTo>
                    <a:lnTo>
                      <a:pt x="1623" y="1543"/>
                    </a:lnTo>
                    <a:lnTo>
                      <a:pt x="2164" y="2084"/>
                    </a:lnTo>
                    <a:close/>
                    <a:moveTo>
                      <a:pt x="9012" y="8362"/>
                    </a:moveTo>
                    <a:lnTo>
                      <a:pt x="9594" y="8852"/>
                    </a:lnTo>
                    <a:lnTo>
                      <a:pt x="9530" y="8932"/>
                    </a:lnTo>
                    <a:lnTo>
                      <a:pt x="8949" y="8443"/>
                    </a:lnTo>
                    <a:close/>
                    <a:moveTo>
                      <a:pt x="1819" y="2458"/>
                    </a:moveTo>
                    <a:lnTo>
                      <a:pt x="1238" y="1969"/>
                    </a:lnTo>
                    <a:lnTo>
                      <a:pt x="1301" y="1888"/>
                    </a:lnTo>
                    <a:lnTo>
                      <a:pt x="1882" y="2377"/>
                    </a:lnTo>
                    <a:close/>
                    <a:moveTo>
                      <a:pt x="9254" y="8034"/>
                    </a:moveTo>
                    <a:lnTo>
                      <a:pt x="9881" y="8472"/>
                    </a:lnTo>
                    <a:lnTo>
                      <a:pt x="9824" y="8558"/>
                    </a:lnTo>
                    <a:lnTo>
                      <a:pt x="9197" y="8121"/>
                    </a:lnTo>
                    <a:close/>
                    <a:moveTo>
                      <a:pt x="1571" y="2780"/>
                    </a:moveTo>
                    <a:lnTo>
                      <a:pt x="950" y="2343"/>
                    </a:lnTo>
                    <a:lnTo>
                      <a:pt x="1007" y="2257"/>
                    </a:lnTo>
                    <a:lnTo>
                      <a:pt x="1629" y="2694"/>
                    </a:lnTo>
                    <a:close/>
                    <a:moveTo>
                      <a:pt x="9473" y="7695"/>
                    </a:moveTo>
                    <a:lnTo>
                      <a:pt x="10135" y="8075"/>
                    </a:lnTo>
                    <a:lnTo>
                      <a:pt x="10083" y="8161"/>
                    </a:lnTo>
                    <a:lnTo>
                      <a:pt x="9421" y="7781"/>
                    </a:lnTo>
                    <a:close/>
                    <a:moveTo>
                      <a:pt x="1358" y="3125"/>
                    </a:moveTo>
                    <a:lnTo>
                      <a:pt x="697" y="2746"/>
                    </a:lnTo>
                    <a:lnTo>
                      <a:pt x="748" y="2659"/>
                    </a:lnTo>
                    <a:lnTo>
                      <a:pt x="1410" y="3039"/>
                    </a:lnTo>
                    <a:close/>
                    <a:moveTo>
                      <a:pt x="9611" y="7424"/>
                    </a:moveTo>
                    <a:lnTo>
                      <a:pt x="9651" y="7327"/>
                    </a:lnTo>
                    <a:lnTo>
                      <a:pt x="10342" y="7655"/>
                    </a:lnTo>
                    <a:lnTo>
                      <a:pt x="10296" y="7747"/>
                    </a:lnTo>
                    <a:close/>
                    <a:moveTo>
                      <a:pt x="1220" y="3396"/>
                    </a:moveTo>
                    <a:lnTo>
                      <a:pt x="1180" y="3488"/>
                    </a:lnTo>
                    <a:lnTo>
                      <a:pt x="489" y="3166"/>
                    </a:lnTo>
                    <a:lnTo>
                      <a:pt x="530" y="3068"/>
                    </a:lnTo>
                    <a:close/>
                    <a:moveTo>
                      <a:pt x="9772" y="7050"/>
                    </a:moveTo>
                    <a:lnTo>
                      <a:pt x="9812" y="6947"/>
                    </a:lnTo>
                    <a:lnTo>
                      <a:pt x="10520" y="7206"/>
                    </a:lnTo>
                    <a:lnTo>
                      <a:pt x="10486" y="7309"/>
                    </a:lnTo>
                    <a:close/>
                    <a:moveTo>
                      <a:pt x="1065" y="3770"/>
                    </a:moveTo>
                    <a:lnTo>
                      <a:pt x="1025" y="3868"/>
                    </a:lnTo>
                    <a:lnTo>
                      <a:pt x="311" y="3609"/>
                    </a:lnTo>
                    <a:lnTo>
                      <a:pt x="351" y="3511"/>
                    </a:lnTo>
                    <a:close/>
                    <a:moveTo>
                      <a:pt x="9899" y="6665"/>
                    </a:moveTo>
                    <a:lnTo>
                      <a:pt x="9927" y="6567"/>
                    </a:lnTo>
                    <a:lnTo>
                      <a:pt x="10658" y="6763"/>
                    </a:lnTo>
                    <a:lnTo>
                      <a:pt x="10629" y="6860"/>
                    </a:lnTo>
                    <a:close/>
                    <a:moveTo>
                      <a:pt x="933" y="4156"/>
                    </a:moveTo>
                    <a:lnTo>
                      <a:pt x="904" y="4259"/>
                    </a:lnTo>
                    <a:lnTo>
                      <a:pt x="167" y="4064"/>
                    </a:lnTo>
                    <a:lnTo>
                      <a:pt x="202" y="3960"/>
                    </a:lnTo>
                    <a:close/>
                    <a:moveTo>
                      <a:pt x="9991" y="6273"/>
                    </a:moveTo>
                    <a:lnTo>
                      <a:pt x="10014" y="6170"/>
                    </a:lnTo>
                    <a:lnTo>
                      <a:pt x="10762" y="6302"/>
                    </a:lnTo>
                    <a:lnTo>
                      <a:pt x="10739" y="6400"/>
                    </a:lnTo>
                    <a:close/>
                    <a:moveTo>
                      <a:pt x="841" y="4553"/>
                    </a:moveTo>
                    <a:lnTo>
                      <a:pt x="818" y="4651"/>
                    </a:lnTo>
                    <a:lnTo>
                      <a:pt x="69" y="4524"/>
                    </a:lnTo>
                    <a:lnTo>
                      <a:pt x="92" y="4420"/>
                    </a:lnTo>
                    <a:close/>
                    <a:moveTo>
                      <a:pt x="10048" y="5871"/>
                    </a:moveTo>
                    <a:lnTo>
                      <a:pt x="10054" y="5767"/>
                    </a:lnTo>
                    <a:lnTo>
                      <a:pt x="10808" y="5830"/>
                    </a:lnTo>
                    <a:lnTo>
                      <a:pt x="10802" y="5934"/>
                    </a:lnTo>
                    <a:close/>
                    <a:moveTo>
                      <a:pt x="783" y="4956"/>
                    </a:moveTo>
                    <a:lnTo>
                      <a:pt x="777" y="5053"/>
                    </a:lnTo>
                    <a:lnTo>
                      <a:pt x="18" y="4990"/>
                    </a:lnTo>
                    <a:lnTo>
                      <a:pt x="29" y="489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44;p39">
                <a:extLst>
                  <a:ext uri="{FF2B5EF4-FFF2-40B4-BE49-F238E27FC236}">
                    <a16:creationId xmlns:a16="http://schemas.microsoft.com/office/drawing/2014/main" id="{D663862F-D44B-5D02-B4EF-B52EA498F9CF}"/>
                  </a:ext>
                </a:extLst>
              </p:cNvPr>
              <p:cNvSpPr/>
              <p:nvPr/>
            </p:nvSpPr>
            <p:spPr>
              <a:xfrm>
                <a:off x="5824825" y="2060089"/>
                <a:ext cx="585145" cy="538149"/>
              </a:xfrm>
              <a:custGeom>
                <a:avLst/>
                <a:gdLst/>
                <a:ahLst/>
                <a:cxnLst/>
                <a:rect l="l" t="t" r="r" b="b"/>
                <a:pathLst>
                  <a:path w="9525" h="8760" extrusionOk="0">
                    <a:moveTo>
                      <a:pt x="8765" y="0"/>
                    </a:moveTo>
                    <a:lnTo>
                      <a:pt x="754" y="0"/>
                    </a:lnTo>
                    <a:cubicBezTo>
                      <a:pt x="340" y="0"/>
                      <a:pt x="0" y="340"/>
                      <a:pt x="0" y="754"/>
                    </a:cubicBezTo>
                    <a:lnTo>
                      <a:pt x="0" y="6371"/>
                    </a:lnTo>
                    <a:cubicBezTo>
                      <a:pt x="0" y="6791"/>
                      <a:pt x="340" y="7131"/>
                      <a:pt x="754" y="7131"/>
                    </a:cubicBezTo>
                    <a:lnTo>
                      <a:pt x="4835" y="7131"/>
                    </a:lnTo>
                    <a:cubicBezTo>
                      <a:pt x="5301" y="7131"/>
                      <a:pt x="5755" y="7263"/>
                      <a:pt x="6147" y="7516"/>
                    </a:cubicBezTo>
                    <a:lnTo>
                      <a:pt x="7879" y="8661"/>
                    </a:lnTo>
                    <a:cubicBezTo>
                      <a:pt x="8028" y="8759"/>
                      <a:pt x="8224" y="8621"/>
                      <a:pt x="8190" y="8448"/>
                    </a:cubicBezTo>
                    <a:lnTo>
                      <a:pt x="7948" y="7372"/>
                    </a:lnTo>
                    <a:cubicBezTo>
                      <a:pt x="7919" y="7251"/>
                      <a:pt x="8017" y="7131"/>
                      <a:pt x="8144" y="7131"/>
                    </a:cubicBezTo>
                    <a:lnTo>
                      <a:pt x="8754" y="7131"/>
                    </a:lnTo>
                    <a:cubicBezTo>
                      <a:pt x="9174" y="7131"/>
                      <a:pt x="9513" y="6791"/>
                      <a:pt x="9513" y="6371"/>
                    </a:cubicBezTo>
                    <a:lnTo>
                      <a:pt x="9513" y="754"/>
                    </a:lnTo>
                    <a:cubicBezTo>
                      <a:pt x="9525" y="340"/>
                      <a:pt x="9185" y="0"/>
                      <a:pt x="87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45;p39">
                <a:extLst>
                  <a:ext uri="{FF2B5EF4-FFF2-40B4-BE49-F238E27FC236}">
                    <a16:creationId xmlns:a16="http://schemas.microsoft.com/office/drawing/2014/main" id="{46426A16-A5B2-3CFC-8F1A-25B3A2161E6F}"/>
                  </a:ext>
                </a:extLst>
              </p:cNvPr>
              <p:cNvSpPr/>
              <p:nvPr/>
            </p:nvSpPr>
            <p:spPr>
              <a:xfrm>
                <a:off x="5922074" y="2214900"/>
                <a:ext cx="204755" cy="22361"/>
              </a:xfrm>
              <a:custGeom>
                <a:avLst/>
                <a:gdLst/>
                <a:ahLst/>
                <a:cxnLst/>
                <a:rect l="l" t="t" r="r" b="b"/>
                <a:pathLst>
                  <a:path w="3333" h="364" extrusionOk="0">
                    <a:moveTo>
                      <a:pt x="0" y="1"/>
                    </a:moveTo>
                    <a:lnTo>
                      <a:pt x="3332" y="1"/>
                    </a:lnTo>
                    <a:lnTo>
                      <a:pt x="3332" y="364"/>
                    </a:lnTo>
                    <a:lnTo>
                      <a:pt x="0" y="36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46;p39">
                <a:extLst>
                  <a:ext uri="{FF2B5EF4-FFF2-40B4-BE49-F238E27FC236}">
                    <a16:creationId xmlns:a16="http://schemas.microsoft.com/office/drawing/2014/main" id="{5B0B394B-F1F8-373F-BDF5-FA2B6933FC0D}"/>
                  </a:ext>
                </a:extLst>
              </p:cNvPr>
              <p:cNvSpPr/>
              <p:nvPr/>
            </p:nvSpPr>
            <p:spPr>
              <a:xfrm>
                <a:off x="6144770" y="2214900"/>
                <a:ext cx="168018" cy="22361"/>
              </a:xfrm>
              <a:custGeom>
                <a:avLst/>
                <a:gdLst/>
                <a:ahLst/>
                <a:cxnLst/>
                <a:rect l="l" t="t" r="r" b="b"/>
                <a:pathLst>
                  <a:path w="2735" h="364" extrusionOk="0">
                    <a:moveTo>
                      <a:pt x="1" y="1"/>
                    </a:moveTo>
                    <a:lnTo>
                      <a:pt x="2734" y="1"/>
                    </a:lnTo>
                    <a:lnTo>
                      <a:pt x="2734" y="364"/>
                    </a:lnTo>
                    <a:lnTo>
                      <a:pt x="1" y="36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47;p39">
                <a:extLst>
                  <a:ext uri="{FF2B5EF4-FFF2-40B4-BE49-F238E27FC236}">
                    <a16:creationId xmlns:a16="http://schemas.microsoft.com/office/drawing/2014/main" id="{AB2B7EA5-C9E8-8E9C-88F3-009F55C2EB9A}"/>
                  </a:ext>
                </a:extLst>
              </p:cNvPr>
              <p:cNvSpPr/>
              <p:nvPr/>
            </p:nvSpPr>
            <p:spPr>
              <a:xfrm>
                <a:off x="5922074" y="2276455"/>
                <a:ext cx="132264" cy="22300"/>
              </a:xfrm>
              <a:custGeom>
                <a:avLst/>
                <a:gdLst/>
                <a:ahLst/>
                <a:cxnLst/>
                <a:rect l="l" t="t" r="r" b="b"/>
                <a:pathLst>
                  <a:path w="2153" h="363" extrusionOk="0">
                    <a:moveTo>
                      <a:pt x="0" y="0"/>
                    </a:moveTo>
                    <a:lnTo>
                      <a:pt x="2152" y="0"/>
                    </a:lnTo>
                    <a:lnTo>
                      <a:pt x="2152"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48;p39">
                <a:extLst>
                  <a:ext uri="{FF2B5EF4-FFF2-40B4-BE49-F238E27FC236}">
                    <a16:creationId xmlns:a16="http://schemas.microsoft.com/office/drawing/2014/main" id="{E03A44C1-25AB-15EC-1DFB-E790A8B0F211}"/>
                  </a:ext>
                </a:extLst>
              </p:cNvPr>
              <p:cNvSpPr/>
              <p:nvPr/>
            </p:nvSpPr>
            <p:spPr>
              <a:xfrm>
                <a:off x="6066319" y="2276455"/>
                <a:ext cx="166175" cy="22300"/>
              </a:xfrm>
              <a:custGeom>
                <a:avLst/>
                <a:gdLst/>
                <a:ahLst/>
                <a:cxnLst/>
                <a:rect l="l" t="t" r="r" b="b"/>
                <a:pathLst>
                  <a:path w="2705" h="363" extrusionOk="0">
                    <a:moveTo>
                      <a:pt x="0" y="0"/>
                    </a:moveTo>
                    <a:lnTo>
                      <a:pt x="2705" y="0"/>
                    </a:lnTo>
                    <a:lnTo>
                      <a:pt x="2705"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49;p39">
                <a:extLst>
                  <a:ext uri="{FF2B5EF4-FFF2-40B4-BE49-F238E27FC236}">
                    <a16:creationId xmlns:a16="http://schemas.microsoft.com/office/drawing/2014/main" id="{586D09E3-7FA9-72F3-364F-1D794480F2BC}"/>
                  </a:ext>
                </a:extLst>
              </p:cNvPr>
              <p:cNvSpPr/>
              <p:nvPr/>
            </p:nvSpPr>
            <p:spPr>
              <a:xfrm>
                <a:off x="6252954" y="2276455"/>
                <a:ext cx="59467" cy="22300"/>
              </a:xfrm>
              <a:custGeom>
                <a:avLst/>
                <a:gdLst/>
                <a:ahLst/>
                <a:cxnLst/>
                <a:rect l="l" t="t" r="r" b="b"/>
                <a:pathLst>
                  <a:path w="968" h="363" extrusionOk="0">
                    <a:moveTo>
                      <a:pt x="1" y="0"/>
                    </a:moveTo>
                    <a:lnTo>
                      <a:pt x="967" y="0"/>
                    </a:lnTo>
                    <a:lnTo>
                      <a:pt x="967" y="363"/>
                    </a:lnTo>
                    <a:lnTo>
                      <a:pt x="1"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50;p39">
                <a:extLst>
                  <a:ext uri="{FF2B5EF4-FFF2-40B4-BE49-F238E27FC236}">
                    <a16:creationId xmlns:a16="http://schemas.microsoft.com/office/drawing/2014/main" id="{77E182CC-528D-2EB6-E52A-49A962E4548B}"/>
                  </a:ext>
                </a:extLst>
              </p:cNvPr>
              <p:cNvSpPr/>
              <p:nvPr/>
            </p:nvSpPr>
            <p:spPr>
              <a:xfrm>
                <a:off x="5922074" y="2337950"/>
                <a:ext cx="101486" cy="22361"/>
              </a:xfrm>
              <a:custGeom>
                <a:avLst/>
                <a:gdLst/>
                <a:ahLst/>
                <a:cxnLst/>
                <a:rect l="l" t="t" r="r" b="b"/>
                <a:pathLst>
                  <a:path w="1652" h="364" extrusionOk="0">
                    <a:moveTo>
                      <a:pt x="0" y="1"/>
                    </a:moveTo>
                    <a:lnTo>
                      <a:pt x="1652" y="1"/>
                    </a:lnTo>
                    <a:lnTo>
                      <a:pt x="1652" y="363"/>
                    </a:lnTo>
                    <a:lnTo>
                      <a:pt x="0"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1;p39">
                <a:extLst>
                  <a:ext uri="{FF2B5EF4-FFF2-40B4-BE49-F238E27FC236}">
                    <a16:creationId xmlns:a16="http://schemas.microsoft.com/office/drawing/2014/main" id="{309BD2AF-5A56-A0A6-D727-652FBCB466A9}"/>
                  </a:ext>
                </a:extLst>
              </p:cNvPr>
              <p:cNvSpPr/>
              <p:nvPr/>
            </p:nvSpPr>
            <p:spPr>
              <a:xfrm>
                <a:off x="6032347" y="2337950"/>
                <a:ext cx="83118" cy="22361"/>
              </a:xfrm>
              <a:custGeom>
                <a:avLst/>
                <a:gdLst/>
                <a:ahLst/>
                <a:cxnLst/>
                <a:rect l="l" t="t" r="r" b="b"/>
                <a:pathLst>
                  <a:path w="1353" h="364" extrusionOk="0">
                    <a:moveTo>
                      <a:pt x="1" y="1"/>
                    </a:moveTo>
                    <a:lnTo>
                      <a:pt x="1353" y="1"/>
                    </a:lnTo>
                    <a:lnTo>
                      <a:pt x="1353" y="363"/>
                    </a:lnTo>
                    <a:lnTo>
                      <a:pt x="1" y="3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52;p39">
                <a:extLst>
                  <a:ext uri="{FF2B5EF4-FFF2-40B4-BE49-F238E27FC236}">
                    <a16:creationId xmlns:a16="http://schemas.microsoft.com/office/drawing/2014/main" id="{4B2C7A70-CA74-A8DB-5D58-458916D90322}"/>
                  </a:ext>
                </a:extLst>
              </p:cNvPr>
              <p:cNvSpPr/>
              <p:nvPr/>
            </p:nvSpPr>
            <p:spPr>
              <a:xfrm>
                <a:off x="7584704" y="2233329"/>
                <a:ext cx="925296" cy="2033231"/>
              </a:xfrm>
              <a:custGeom>
                <a:avLst/>
                <a:gdLst/>
                <a:ahLst/>
                <a:cxnLst/>
                <a:rect l="l" t="t" r="r" b="b"/>
                <a:pathLst>
                  <a:path w="15062" h="33097" extrusionOk="0">
                    <a:moveTo>
                      <a:pt x="14434" y="12"/>
                    </a:moveTo>
                    <a:cubicBezTo>
                      <a:pt x="14532" y="0"/>
                      <a:pt x="14618" y="12"/>
                      <a:pt x="14693" y="52"/>
                    </a:cubicBezTo>
                    <a:cubicBezTo>
                      <a:pt x="14774" y="87"/>
                      <a:pt x="14837" y="144"/>
                      <a:pt x="14894" y="213"/>
                    </a:cubicBezTo>
                    <a:cubicBezTo>
                      <a:pt x="14952" y="288"/>
                      <a:pt x="14998" y="380"/>
                      <a:pt x="15027" y="489"/>
                    </a:cubicBezTo>
                    <a:cubicBezTo>
                      <a:pt x="15056" y="587"/>
                      <a:pt x="15061" y="714"/>
                      <a:pt x="15056" y="835"/>
                    </a:cubicBezTo>
                    <a:lnTo>
                      <a:pt x="13145" y="32198"/>
                    </a:lnTo>
                    <a:cubicBezTo>
                      <a:pt x="13139" y="32342"/>
                      <a:pt x="13110" y="32469"/>
                      <a:pt x="13070" y="32584"/>
                    </a:cubicBezTo>
                    <a:cubicBezTo>
                      <a:pt x="13024" y="32699"/>
                      <a:pt x="12967" y="32803"/>
                      <a:pt x="12898" y="32883"/>
                    </a:cubicBezTo>
                    <a:cubicBezTo>
                      <a:pt x="12823" y="32958"/>
                      <a:pt x="12748" y="33016"/>
                      <a:pt x="12662" y="33056"/>
                    </a:cubicBezTo>
                    <a:cubicBezTo>
                      <a:pt x="12570" y="33090"/>
                      <a:pt x="12477" y="33096"/>
                      <a:pt x="12380" y="33085"/>
                    </a:cubicBezTo>
                    <a:lnTo>
                      <a:pt x="496" y="30771"/>
                    </a:lnTo>
                    <a:cubicBezTo>
                      <a:pt x="415" y="30760"/>
                      <a:pt x="341" y="30714"/>
                      <a:pt x="277" y="30656"/>
                    </a:cubicBezTo>
                    <a:cubicBezTo>
                      <a:pt x="214" y="30599"/>
                      <a:pt x="156" y="30524"/>
                      <a:pt x="110" y="30426"/>
                    </a:cubicBezTo>
                    <a:cubicBezTo>
                      <a:pt x="70" y="30334"/>
                      <a:pt x="36" y="30230"/>
                      <a:pt x="18" y="30121"/>
                    </a:cubicBezTo>
                    <a:cubicBezTo>
                      <a:pt x="1" y="30000"/>
                      <a:pt x="1" y="29879"/>
                      <a:pt x="7" y="29758"/>
                    </a:cubicBezTo>
                    <a:lnTo>
                      <a:pt x="2337" y="2250"/>
                    </a:lnTo>
                    <a:cubicBezTo>
                      <a:pt x="2343" y="2135"/>
                      <a:pt x="2372" y="2026"/>
                      <a:pt x="2407" y="1928"/>
                    </a:cubicBezTo>
                    <a:cubicBezTo>
                      <a:pt x="2447" y="1825"/>
                      <a:pt x="2493" y="1732"/>
                      <a:pt x="2550" y="1652"/>
                    </a:cubicBezTo>
                    <a:cubicBezTo>
                      <a:pt x="2608" y="1571"/>
                      <a:pt x="2677" y="1508"/>
                      <a:pt x="2746" y="1456"/>
                    </a:cubicBezTo>
                    <a:cubicBezTo>
                      <a:pt x="2821" y="1410"/>
                      <a:pt x="2890" y="1381"/>
                      <a:pt x="2970" y="1376"/>
                    </a:cubicBezTo>
                    <a:lnTo>
                      <a:pt x="5474" y="1076"/>
                    </a:lnTo>
                    <a:cubicBezTo>
                      <a:pt x="5531" y="1071"/>
                      <a:pt x="5589" y="1076"/>
                      <a:pt x="5635" y="1105"/>
                    </a:cubicBezTo>
                    <a:cubicBezTo>
                      <a:pt x="5687" y="1134"/>
                      <a:pt x="5733" y="1168"/>
                      <a:pt x="5767" y="1220"/>
                    </a:cubicBezTo>
                    <a:cubicBezTo>
                      <a:pt x="5802" y="1272"/>
                      <a:pt x="5831" y="1335"/>
                      <a:pt x="5848" y="1410"/>
                    </a:cubicBezTo>
                    <a:cubicBezTo>
                      <a:pt x="5859" y="1479"/>
                      <a:pt x="5865" y="1560"/>
                      <a:pt x="5859" y="1646"/>
                    </a:cubicBezTo>
                    <a:cubicBezTo>
                      <a:pt x="5854" y="1732"/>
                      <a:pt x="5859" y="1813"/>
                      <a:pt x="5877" y="1882"/>
                    </a:cubicBezTo>
                    <a:cubicBezTo>
                      <a:pt x="5888" y="1957"/>
                      <a:pt x="5917" y="2020"/>
                      <a:pt x="5951" y="2072"/>
                    </a:cubicBezTo>
                    <a:cubicBezTo>
                      <a:pt x="5992" y="2124"/>
                      <a:pt x="6032" y="2164"/>
                      <a:pt x="6084" y="2193"/>
                    </a:cubicBezTo>
                    <a:cubicBezTo>
                      <a:pt x="6136" y="2222"/>
                      <a:pt x="6193" y="2227"/>
                      <a:pt x="6251" y="2222"/>
                    </a:cubicBezTo>
                    <a:lnTo>
                      <a:pt x="10498" y="1761"/>
                    </a:lnTo>
                    <a:cubicBezTo>
                      <a:pt x="10567" y="1755"/>
                      <a:pt x="10630" y="1732"/>
                      <a:pt x="10688" y="1692"/>
                    </a:cubicBezTo>
                    <a:cubicBezTo>
                      <a:pt x="10745" y="1652"/>
                      <a:pt x="10803" y="1594"/>
                      <a:pt x="10843" y="1531"/>
                    </a:cubicBezTo>
                    <a:cubicBezTo>
                      <a:pt x="10895" y="1468"/>
                      <a:pt x="10929" y="1393"/>
                      <a:pt x="10958" y="1318"/>
                    </a:cubicBezTo>
                    <a:cubicBezTo>
                      <a:pt x="10987" y="1238"/>
                      <a:pt x="11010" y="1151"/>
                      <a:pt x="11016" y="1059"/>
                    </a:cubicBezTo>
                    <a:cubicBezTo>
                      <a:pt x="11027" y="961"/>
                      <a:pt x="11045" y="875"/>
                      <a:pt x="11073" y="800"/>
                    </a:cubicBezTo>
                    <a:cubicBezTo>
                      <a:pt x="11102" y="720"/>
                      <a:pt x="11148" y="639"/>
                      <a:pt x="11188" y="581"/>
                    </a:cubicBezTo>
                    <a:cubicBezTo>
                      <a:pt x="11240" y="518"/>
                      <a:pt x="11292" y="466"/>
                      <a:pt x="11355" y="426"/>
                    </a:cubicBezTo>
                    <a:cubicBezTo>
                      <a:pt x="11413" y="380"/>
                      <a:pt x="11476" y="357"/>
                      <a:pt x="11551" y="3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53;p39">
                <a:extLst>
                  <a:ext uri="{FF2B5EF4-FFF2-40B4-BE49-F238E27FC236}">
                    <a16:creationId xmlns:a16="http://schemas.microsoft.com/office/drawing/2014/main" id="{7E809345-6FCA-9DAD-42D7-3B02816D96C6}"/>
                  </a:ext>
                </a:extLst>
              </p:cNvPr>
              <p:cNvSpPr/>
              <p:nvPr/>
            </p:nvSpPr>
            <p:spPr>
              <a:xfrm>
                <a:off x="8377377" y="2203596"/>
                <a:ext cx="244010" cy="2112787"/>
              </a:xfrm>
              <a:custGeom>
                <a:avLst/>
                <a:gdLst/>
                <a:ahLst/>
                <a:cxnLst/>
                <a:rect l="l" t="t" r="r" b="b"/>
                <a:pathLst>
                  <a:path w="3972" h="34392" extrusionOk="0">
                    <a:moveTo>
                      <a:pt x="3960" y="1457"/>
                    </a:moveTo>
                    <a:cubicBezTo>
                      <a:pt x="3919" y="835"/>
                      <a:pt x="2935" y="202"/>
                      <a:pt x="2389" y="1"/>
                    </a:cubicBezTo>
                    <a:cubicBezTo>
                      <a:pt x="2786" y="634"/>
                      <a:pt x="2757" y="1434"/>
                      <a:pt x="2711" y="2176"/>
                    </a:cubicBezTo>
                    <a:cubicBezTo>
                      <a:pt x="2020" y="12178"/>
                      <a:pt x="1571" y="22191"/>
                      <a:pt x="915" y="32199"/>
                    </a:cubicBezTo>
                    <a:cubicBezTo>
                      <a:pt x="864" y="33028"/>
                      <a:pt x="725" y="34000"/>
                      <a:pt x="0" y="34392"/>
                    </a:cubicBezTo>
                    <a:cubicBezTo>
                      <a:pt x="553" y="34271"/>
                      <a:pt x="1784" y="33805"/>
                      <a:pt x="2003" y="33269"/>
                    </a:cubicBezTo>
                    <a:cubicBezTo>
                      <a:pt x="2210" y="32746"/>
                      <a:pt x="2245" y="32170"/>
                      <a:pt x="2273" y="31601"/>
                    </a:cubicBezTo>
                    <a:lnTo>
                      <a:pt x="3971" y="1842"/>
                    </a:lnTo>
                    <a:cubicBezTo>
                      <a:pt x="3965" y="1848"/>
                      <a:pt x="3965" y="1589"/>
                      <a:pt x="3960" y="145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54;p39">
                <a:extLst>
                  <a:ext uri="{FF2B5EF4-FFF2-40B4-BE49-F238E27FC236}">
                    <a16:creationId xmlns:a16="http://schemas.microsoft.com/office/drawing/2014/main" id="{FB676908-5601-76D9-3DCA-6C4D1098DC2A}"/>
                  </a:ext>
                </a:extLst>
              </p:cNvPr>
              <p:cNvSpPr/>
              <p:nvPr/>
            </p:nvSpPr>
            <p:spPr>
              <a:xfrm>
                <a:off x="7552206" y="2184183"/>
                <a:ext cx="995268" cy="2138220"/>
              </a:xfrm>
              <a:custGeom>
                <a:avLst/>
                <a:gdLst/>
                <a:ahLst/>
                <a:cxnLst/>
                <a:rect l="l" t="t" r="r" b="b"/>
                <a:pathLst>
                  <a:path w="16201" h="34806" extrusionOk="0">
                    <a:moveTo>
                      <a:pt x="15015" y="23"/>
                    </a:moveTo>
                    <a:cubicBezTo>
                      <a:pt x="15188" y="0"/>
                      <a:pt x="15354" y="29"/>
                      <a:pt x="15504" y="92"/>
                    </a:cubicBezTo>
                    <a:cubicBezTo>
                      <a:pt x="15654" y="156"/>
                      <a:pt x="15786" y="265"/>
                      <a:pt x="15884" y="403"/>
                    </a:cubicBezTo>
                    <a:cubicBezTo>
                      <a:pt x="15993" y="541"/>
                      <a:pt x="16074" y="714"/>
                      <a:pt x="16131" y="910"/>
                    </a:cubicBezTo>
                    <a:cubicBezTo>
                      <a:pt x="16183" y="1099"/>
                      <a:pt x="16200" y="1324"/>
                      <a:pt x="16189" y="1560"/>
                    </a:cubicBezTo>
                    <a:lnTo>
                      <a:pt x="14301" y="33114"/>
                    </a:lnTo>
                    <a:cubicBezTo>
                      <a:pt x="14290" y="33378"/>
                      <a:pt x="14232" y="33626"/>
                      <a:pt x="14146" y="33839"/>
                    </a:cubicBezTo>
                    <a:cubicBezTo>
                      <a:pt x="14060" y="34057"/>
                      <a:pt x="13950" y="34242"/>
                      <a:pt x="13812" y="34391"/>
                    </a:cubicBezTo>
                    <a:cubicBezTo>
                      <a:pt x="13686" y="34547"/>
                      <a:pt x="13524" y="34650"/>
                      <a:pt x="13363" y="34719"/>
                    </a:cubicBezTo>
                    <a:cubicBezTo>
                      <a:pt x="13196" y="34782"/>
                      <a:pt x="13018" y="34805"/>
                      <a:pt x="12834" y="34759"/>
                    </a:cubicBezTo>
                    <a:lnTo>
                      <a:pt x="939" y="32360"/>
                    </a:lnTo>
                    <a:cubicBezTo>
                      <a:pt x="789" y="32331"/>
                      <a:pt x="651" y="32250"/>
                      <a:pt x="536" y="32141"/>
                    </a:cubicBezTo>
                    <a:cubicBezTo>
                      <a:pt x="415" y="32026"/>
                      <a:pt x="311" y="31882"/>
                      <a:pt x="225" y="31709"/>
                    </a:cubicBezTo>
                    <a:cubicBezTo>
                      <a:pt x="144" y="31537"/>
                      <a:pt x="81" y="31341"/>
                      <a:pt x="47" y="31128"/>
                    </a:cubicBezTo>
                    <a:cubicBezTo>
                      <a:pt x="12" y="30909"/>
                      <a:pt x="1" y="30691"/>
                      <a:pt x="24" y="30449"/>
                    </a:cubicBezTo>
                    <a:lnTo>
                      <a:pt x="2372" y="3085"/>
                    </a:lnTo>
                    <a:cubicBezTo>
                      <a:pt x="2389" y="2878"/>
                      <a:pt x="2435" y="2676"/>
                      <a:pt x="2498" y="2481"/>
                    </a:cubicBezTo>
                    <a:cubicBezTo>
                      <a:pt x="2561" y="2296"/>
                      <a:pt x="2659" y="2124"/>
                      <a:pt x="2763" y="1974"/>
                    </a:cubicBezTo>
                    <a:cubicBezTo>
                      <a:pt x="2872" y="1819"/>
                      <a:pt x="2987" y="1698"/>
                      <a:pt x="3125" y="1606"/>
                    </a:cubicBezTo>
                    <a:cubicBezTo>
                      <a:pt x="3252" y="1514"/>
                      <a:pt x="3396" y="1456"/>
                      <a:pt x="3540" y="1433"/>
                    </a:cubicBezTo>
                    <a:close/>
                    <a:moveTo>
                      <a:pt x="13680" y="33004"/>
                    </a:moveTo>
                    <a:lnTo>
                      <a:pt x="15585" y="1640"/>
                    </a:lnTo>
                    <a:cubicBezTo>
                      <a:pt x="15590" y="1520"/>
                      <a:pt x="15585" y="1399"/>
                      <a:pt x="15556" y="1295"/>
                    </a:cubicBezTo>
                    <a:cubicBezTo>
                      <a:pt x="15527" y="1197"/>
                      <a:pt x="15481" y="1099"/>
                      <a:pt x="15423" y="1025"/>
                    </a:cubicBezTo>
                    <a:cubicBezTo>
                      <a:pt x="15366" y="950"/>
                      <a:pt x="15303" y="892"/>
                      <a:pt x="15222" y="858"/>
                    </a:cubicBezTo>
                    <a:cubicBezTo>
                      <a:pt x="15147" y="823"/>
                      <a:pt x="15061" y="806"/>
                      <a:pt x="14963" y="823"/>
                    </a:cubicBezTo>
                    <a:lnTo>
                      <a:pt x="12057" y="1169"/>
                    </a:lnTo>
                    <a:cubicBezTo>
                      <a:pt x="11994" y="1174"/>
                      <a:pt x="11930" y="1203"/>
                      <a:pt x="11867" y="1238"/>
                    </a:cubicBezTo>
                    <a:cubicBezTo>
                      <a:pt x="11809" y="1284"/>
                      <a:pt x="11752" y="1330"/>
                      <a:pt x="11700" y="1399"/>
                    </a:cubicBezTo>
                    <a:cubicBezTo>
                      <a:pt x="11648" y="1462"/>
                      <a:pt x="11614" y="1531"/>
                      <a:pt x="11585" y="1612"/>
                    </a:cubicBezTo>
                    <a:cubicBezTo>
                      <a:pt x="11556" y="1692"/>
                      <a:pt x="11533" y="1779"/>
                      <a:pt x="11527" y="1871"/>
                    </a:cubicBezTo>
                    <a:cubicBezTo>
                      <a:pt x="11522" y="1963"/>
                      <a:pt x="11499" y="2049"/>
                      <a:pt x="11470" y="2130"/>
                    </a:cubicBezTo>
                    <a:cubicBezTo>
                      <a:pt x="11441" y="2210"/>
                      <a:pt x="11395" y="2291"/>
                      <a:pt x="11355" y="2348"/>
                    </a:cubicBezTo>
                    <a:cubicBezTo>
                      <a:pt x="11303" y="2412"/>
                      <a:pt x="11251" y="2463"/>
                      <a:pt x="11194" y="2504"/>
                    </a:cubicBezTo>
                    <a:cubicBezTo>
                      <a:pt x="11136" y="2538"/>
                      <a:pt x="11073" y="2567"/>
                      <a:pt x="11010" y="2578"/>
                    </a:cubicBezTo>
                    <a:lnTo>
                      <a:pt x="6757" y="3039"/>
                    </a:lnTo>
                    <a:cubicBezTo>
                      <a:pt x="6699" y="3045"/>
                      <a:pt x="6642" y="3027"/>
                      <a:pt x="6590" y="3010"/>
                    </a:cubicBezTo>
                    <a:cubicBezTo>
                      <a:pt x="6544" y="2981"/>
                      <a:pt x="6498" y="2941"/>
                      <a:pt x="6463" y="2883"/>
                    </a:cubicBezTo>
                    <a:cubicBezTo>
                      <a:pt x="6429" y="2837"/>
                      <a:pt x="6400" y="2768"/>
                      <a:pt x="6383" y="2699"/>
                    </a:cubicBezTo>
                    <a:cubicBezTo>
                      <a:pt x="6371" y="2625"/>
                      <a:pt x="6360" y="2550"/>
                      <a:pt x="6371" y="2463"/>
                    </a:cubicBezTo>
                    <a:cubicBezTo>
                      <a:pt x="6377" y="2377"/>
                      <a:pt x="6371" y="2296"/>
                      <a:pt x="6354" y="2222"/>
                    </a:cubicBezTo>
                    <a:cubicBezTo>
                      <a:pt x="6342" y="2153"/>
                      <a:pt x="6314" y="2089"/>
                      <a:pt x="6273" y="2038"/>
                    </a:cubicBezTo>
                    <a:cubicBezTo>
                      <a:pt x="6239" y="1986"/>
                      <a:pt x="6199" y="1945"/>
                      <a:pt x="6147" y="1922"/>
                    </a:cubicBezTo>
                    <a:cubicBezTo>
                      <a:pt x="6095" y="1894"/>
                      <a:pt x="6037" y="1888"/>
                      <a:pt x="5980" y="1894"/>
                    </a:cubicBezTo>
                    <a:lnTo>
                      <a:pt x="3476" y="2187"/>
                    </a:lnTo>
                    <a:cubicBezTo>
                      <a:pt x="3396" y="2193"/>
                      <a:pt x="3327" y="2233"/>
                      <a:pt x="3252" y="2273"/>
                    </a:cubicBezTo>
                    <a:cubicBezTo>
                      <a:pt x="3183" y="2325"/>
                      <a:pt x="3120" y="2389"/>
                      <a:pt x="3062" y="2469"/>
                    </a:cubicBezTo>
                    <a:cubicBezTo>
                      <a:pt x="3005" y="2550"/>
                      <a:pt x="2953" y="2642"/>
                      <a:pt x="2918" y="2740"/>
                    </a:cubicBezTo>
                    <a:cubicBezTo>
                      <a:pt x="2878" y="2843"/>
                      <a:pt x="2849" y="2953"/>
                      <a:pt x="2843" y="3068"/>
                    </a:cubicBezTo>
                    <a:lnTo>
                      <a:pt x="513" y="30576"/>
                    </a:lnTo>
                    <a:cubicBezTo>
                      <a:pt x="501" y="30697"/>
                      <a:pt x="507" y="30817"/>
                      <a:pt x="530" y="30932"/>
                    </a:cubicBezTo>
                    <a:cubicBezTo>
                      <a:pt x="547" y="31048"/>
                      <a:pt x="576" y="31157"/>
                      <a:pt x="622" y="31243"/>
                    </a:cubicBezTo>
                    <a:cubicBezTo>
                      <a:pt x="662" y="31335"/>
                      <a:pt x="720" y="31416"/>
                      <a:pt x="789" y="31473"/>
                    </a:cubicBezTo>
                    <a:cubicBezTo>
                      <a:pt x="852" y="31531"/>
                      <a:pt x="921" y="31571"/>
                      <a:pt x="1002" y="31589"/>
                    </a:cubicBezTo>
                    <a:lnTo>
                      <a:pt x="12886" y="33896"/>
                    </a:lnTo>
                    <a:cubicBezTo>
                      <a:pt x="12989" y="33919"/>
                      <a:pt x="13081" y="33902"/>
                      <a:pt x="13168" y="33867"/>
                    </a:cubicBezTo>
                    <a:cubicBezTo>
                      <a:pt x="13254" y="33833"/>
                      <a:pt x="13340" y="33775"/>
                      <a:pt x="13404" y="33695"/>
                    </a:cubicBezTo>
                    <a:cubicBezTo>
                      <a:pt x="13478" y="33614"/>
                      <a:pt x="13536" y="33516"/>
                      <a:pt x="13576" y="33401"/>
                    </a:cubicBezTo>
                    <a:cubicBezTo>
                      <a:pt x="13639" y="33269"/>
                      <a:pt x="13668" y="33142"/>
                      <a:pt x="13680" y="330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55;p39">
                <a:extLst>
                  <a:ext uri="{FF2B5EF4-FFF2-40B4-BE49-F238E27FC236}">
                    <a16:creationId xmlns:a16="http://schemas.microsoft.com/office/drawing/2014/main" id="{F51A7041-F3C7-9621-6930-51B43497CD94}"/>
                  </a:ext>
                </a:extLst>
              </p:cNvPr>
              <p:cNvSpPr/>
              <p:nvPr/>
            </p:nvSpPr>
            <p:spPr>
              <a:xfrm>
                <a:off x="7565659" y="2256674"/>
                <a:ext cx="657942" cy="1658432"/>
              </a:xfrm>
              <a:custGeom>
                <a:avLst/>
                <a:gdLst/>
                <a:ahLst/>
                <a:cxnLst/>
                <a:rect l="l" t="t" r="r" b="b"/>
                <a:pathLst>
                  <a:path w="10710" h="26996" extrusionOk="0">
                    <a:moveTo>
                      <a:pt x="5128" y="0"/>
                    </a:moveTo>
                    <a:lnTo>
                      <a:pt x="4575" y="63"/>
                    </a:lnTo>
                    <a:lnTo>
                      <a:pt x="4575" y="311"/>
                    </a:lnTo>
                    <a:cubicBezTo>
                      <a:pt x="4558" y="230"/>
                      <a:pt x="4541" y="150"/>
                      <a:pt x="4518" y="69"/>
                    </a:cubicBezTo>
                    <a:lnTo>
                      <a:pt x="3793" y="167"/>
                    </a:lnTo>
                    <a:cubicBezTo>
                      <a:pt x="3821" y="276"/>
                      <a:pt x="3850" y="374"/>
                      <a:pt x="3867" y="483"/>
                    </a:cubicBezTo>
                    <a:cubicBezTo>
                      <a:pt x="3660" y="524"/>
                      <a:pt x="3505" y="714"/>
                      <a:pt x="3505" y="927"/>
                    </a:cubicBezTo>
                    <a:lnTo>
                      <a:pt x="3505" y="1105"/>
                    </a:lnTo>
                    <a:cubicBezTo>
                      <a:pt x="3407" y="817"/>
                      <a:pt x="3286" y="541"/>
                      <a:pt x="3142" y="265"/>
                    </a:cubicBezTo>
                    <a:cubicBezTo>
                      <a:pt x="3062" y="294"/>
                      <a:pt x="2987" y="340"/>
                      <a:pt x="2906" y="386"/>
                    </a:cubicBezTo>
                    <a:cubicBezTo>
                      <a:pt x="2774" y="483"/>
                      <a:pt x="2653" y="604"/>
                      <a:pt x="2544" y="754"/>
                    </a:cubicBezTo>
                    <a:cubicBezTo>
                      <a:pt x="2440" y="909"/>
                      <a:pt x="2354" y="1076"/>
                      <a:pt x="2279" y="1266"/>
                    </a:cubicBezTo>
                    <a:cubicBezTo>
                      <a:pt x="2216" y="1456"/>
                      <a:pt x="2164" y="1652"/>
                      <a:pt x="2153" y="1870"/>
                    </a:cubicBezTo>
                    <a:lnTo>
                      <a:pt x="1675" y="7424"/>
                    </a:lnTo>
                    <a:cubicBezTo>
                      <a:pt x="2527" y="6647"/>
                      <a:pt x="3160" y="5720"/>
                      <a:pt x="3493" y="4696"/>
                    </a:cubicBezTo>
                    <a:lnTo>
                      <a:pt x="3493" y="4926"/>
                    </a:lnTo>
                    <a:cubicBezTo>
                      <a:pt x="3493" y="5179"/>
                      <a:pt x="3706" y="5387"/>
                      <a:pt x="3954" y="5387"/>
                    </a:cubicBezTo>
                    <a:lnTo>
                      <a:pt x="4126" y="5387"/>
                    </a:lnTo>
                    <a:cubicBezTo>
                      <a:pt x="3925" y="5962"/>
                      <a:pt x="3447" y="6946"/>
                      <a:pt x="2337" y="7735"/>
                    </a:cubicBezTo>
                    <a:cubicBezTo>
                      <a:pt x="2135" y="7631"/>
                      <a:pt x="1911" y="7539"/>
                      <a:pt x="1675" y="7447"/>
                    </a:cubicBezTo>
                    <a:lnTo>
                      <a:pt x="0" y="26996"/>
                    </a:lnTo>
                    <a:cubicBezTo>
                      <a:pt x="1836" y="24343"/>
                      <a:pt x="3085" y="20372"/>
                      <a:pt x="3919" y="16712"/>
                    </a:cubicBezTo>
                    <a:cubicBezTo>
                      <a:pt x="4339" y="17144"/>
                      <a:pt x="4759" y="17558"/>
                      <a:pt x="5191" y="17949"/>
                    </a:cubicBezTo>
                    <a:cubicBezTo>
                      <a:pt x="6705" y="19322"/>
                      <a:pt x="8203" y="20337"/>
                      <a:pt x="9021" y="20337"/>
                    </a:cubicBezTo>
                    <a:cubicBezTo>
                      <a:pt x="9208" y="20337"/>
                      <a:pt x="9359" y="20284"/>
                      <a:pt x="9467" y="20171"/>
                    </a:cubicBezTo>
                    <a:cubicBezTo>
                      <a:pt x="10710" y="18859"/>
                      <a:pt x="7683" y="12695"/>
                      <a:pt x="5277" y="10393"/>
                    </a:cubicBezTo>
                    <a:cubicBezTo>
                      <a:pt x="5036" y="10163"/>
                      <a:pt x="4788" y="9979"/>
                      <a:pt x="4552" y="9829"/>
                    </a:cubicBezTo>
                    <a:cubicBezTo>
                      <a:pt x="4213" y="9087"/>
                      <a:pt x="3637" y="8460"/>
                      <a:pt x="2912" y="8045"/>
                    </a:cubicBezTo>
                    <a:cubicBezTo>
                      <a:pt x="4092" y="7107"/>
                      <a:pt x="4581" y="5968"/>
                      <a:pt x="4759" y="5387"/>
                    </a:cubicBezTo>
                    <a:lnTo>
                      <a:pt x="5162" y="5387"/>
                    </a:lnTo>
                    <a:cubicBezTo>
                      <a:pt x="5416" y="5387"/>
                      <a:pt x="5623" y="5179"/>
                      <a:pt x="5623" y="4926"/>
                    </a:cubicBezTo>
                    <a:lnTo>
                      <a:pt x="5623" y="938"/>
                    </a:lnTo>
                    <a:cubicBezTo>
                      <a:pt x="5623" y="685"/>
                      <a:pt x="5416" y="478"/>
                      <a:pt x="5162" y="478"/>
                    </a:cubicBezTo>
                    <a:lnTo>
                      <a:pt x="5128" y="478"/>
                    </a:lnTo>
                    <a:lnTo>
                      <a:pt x="5128" y="0"/>
                    </a:ln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56;p39">
                <a:extLst>
                  <a:ext uri="{FF2B5EF4-FFF2-40B4-BE49-F238E27FC236}">
                    <a16:creationId xmlns:a16="http://schemas.microsoft.com/office/drawing/2014/main" id="{5C9C3789-ACE1-1AB3-1BE4-CEA253655C51}"/>
                  </a:ext>
                </a:extLst>
              </p:cNvPr>
              <p:cNvSpPr/>
              <p:nvPr/>
            </p:nvSpPr>
            <p:spPr>
              <a:xfrm>
                <a:off x="7516881" y="2637066"/>
                <a:ext cx="627533" cy="824854"/>
              </a:xfrm>
              <a:custGeom>
                <a:avLst/>
                <a:gdLst/>
                <a:ahLst/>
                <a:cxnLst/>
                <a:rect l="l" t="t" r="r" b="b"/>
                <a:pathLst>
                  <a:path w="10215" h="13427" extrusionOk="0">
                    <a:moveTo>
                      <a:pt x="4788" y="2268"/>
                    </a:moveTo>
                    <a:cubicBezTo>
                      <a:pt x="7188" y="4570"/>
                      <a:pt x="10215" y="10733"/>
                      <a:pt x="8972" y="12045"/>
                    </a:cubicBezTo>
                    <a:cubicBezTo>
                      <a:pt x="7654" y="13426"/>
                      <a:pt x="23" y="5899"/>
                      <a:pt x="12" y="3338"/>
                    </a:cubicBezTo>
                    <a:cubicBezTo>
                      <a:pt x="0" y="1917"/>
                      <a:pt x="2429" y="0"/>
                      <a:pt x="4788" y="22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57;p39">
                <a:extLst>
                  <a:ext uri="{FF2B5EF4-FFF2-40B4-BE49-F238E27FC236}">
                    <a16:creationId xmlns:a16="http://schemas.microsoft.com/office/drawing/2014/main" id="{A28F3E94-514D-DAAE-83B9-BFC59FE61E51}"/>
                  </a:ext>
                </a:extLst>
              </p:cNvPr>
              <p:cNvSpPr/>
              <p:nvPr/>
            </p:nvSpPr>
            <p:spPr>
              <a:xfrm>
                <a:off x="7516943" y="2712444"/>
                <a:ext cx="326637" cy="528135"/>
              </a:xfrm>
              <a:custGeom>
                <a:avLst/>
                <a:gdLst/>
                <a:ahLst/>
                <a:cxnLst/>
                <a:rect l="l" t="t" r="r" b="b"/>
                <a:pathLst>
                  <a:path w="5317" h="8597" extrusionOk="0">
                    <a:moveTo>
                      <a:pt x="2502" y="1"/>
                    </a:moveTo>
                    <a:cubicBezTo>
                      <a:pt x="1081" y="1"/>
                      <a:pt x="1" y="1166"/>
                      <a:pt x="5" y="2111"/>
                    </a:cubicBezTo>
                    <a:cubicBezTo>
                      <a:pt x="22" y="3532"/>
                      <a:pt x="2376" y="6485"/>
                      <a:pt x="4701" y="8597"/>
                    </a:cubicBezTo>
                    <a:cubicBezTo>
                      <a:pt x="4816" y="8154"/>
                      <a:pt x="4891" y="7710"/>
                      <a:pt x="4937" y="7256"/>
                    </a:cubicBezTo>
                    <a:cubicBezTo>
                      <a:pt x="5132" y="5196"/>
                      <a:pt x="5317" y="3199"/>
                      <a:pt x="4816" y="1069"/>
                    </a:cubicBezTo>
                    <a:lnTo>
                      <a:pt x="4787" y="1041"/>
                    </a:lnTo>
                    <a:cubicBezTo>
                      <a:pt x="4002" y="290"/>
                      <a:pt x="3210" y="1"/>
                      <a:pt x="2502"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58;p39">
                <a:extLst>
                  <a:ext uri="{FF2B5EF4-FFF2-40B4-BE49-F238E27FC236}">
                    <a16:creationId xmlns:a16="http://schemas.microsoft.com/office/drawing/2014/main" id="{0249182B-446F-83C5-51B6-83B7DA72694A}"/>
                  </a:ext>
                </a:extLst>
              </p:cNvPr>
              <p:cNvSpPr/>
              <p:nvPr/>
            </p:nvSpPr>
            <p:spPr>
              <a:xfrm>
                <a:off x="6575355" y="2597810"/>
                <a:ext cx="1230739" cy="1389419"/>
              </a:xfrm>
              <a:custGeom>
                <a:avLst/>
                <a:gdLst/>
                <a:ahLst/>
                <a:cxnLst/>
                <a:rect l="l" t="t" r="r" b="b"/>
                <a:pathLst>
                  <a:path w="20034" h="22617" extrusionOk="0">
                    <a:moveTo>
                      <a:pt x="10020" y="22617"/>
                    </a:moveTo>
                    <a:cubicBezTo>
                      <a:pt x="4075" y="22617"/>
                      <a:pt x="1399" y="11015"/>
                      <a:pt x="364" y="4426"/>
                    </a:cubicBezTo>
                    <a:cubicBezTo>
                      <a:pt x="1" y="2095"/>
                      <a:pt x="1900" y="0"/>
                      <a:pt x="4386" y="0"/>
                    </a:cubicBezTo>
                    <a:lnTo>
                      <a:pt x="15643" y="0"/>
                    </a:lnTo>
                    <a:cubicBezTo>
                      <a:pt x="18134" y="0"/>
                      <a:pt x="20034" y="2095"/>
                      <a:pt x="19665" y="4426"/>
                    </a:cubicBezTo>
                    <a:cubicBezTo>
                      <a:pt x="18629" y="11015"/>
                      <a:pt x="15959" y="22617"/>
                      <a:pt x="10020" y="2261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59;p39">
                <a:extLst>
                  <a:ext uri="{FF2B5EF4-FFF2-40B4-BE49-F238E27FC236}">
                    <a16:creationId xmlns:a16="http://schemas.microsoft.com/office/drawing/2014/main" id="{0300286B-321C-FAE3-5DCE-0D63554CD8AC}"/>
                  </a:ext>
                </a:extLst>
              </p:cNvPr>
              <p:cNvSpPr/>
              <p:nvPr/>
            </p:nvSpPr>
            <p:spPr>
              <a:xfrm>
                <a:off x="6906665" y="2978940"/>
                <a:ext cx="567821" cy="273313"/>
              </a:xfrm>
              <a:custGeom>
                <a:avLst/>
                <a:gdLst/>
                <a:ahLst/>
                <a:cxnLst/>
                <a:rect l="l" t="t" r="r" b="b"/>
                <a:pathLst>
                  <a:path w="9243" h="4449" extrusionOk="0">
                    <a:moveTo>
                      <a:pt x="8287" y="4449"/>
                    </a:moveTo>
                    <a:lnTo>
                      <a:pt x="956" y="4449"/>
                    </a:lnTo>
                    <a:cubicBezTo>
                      <a:pt x="432" y="4449"/>
                      <a:pt x="0" y="4029"/>
                      <a:pt x="0" y="3493"/>
                    </a:cubicBezTo>
                    <a:lnTo>
                      <a:pt x="0" y="955"/>
                    </a:lnTo>
                    <a:cubicBezTo>
                      <a:pt x="0" y="432"/>
                      <a:pt x="426" y="0"/>
                      <a:pt x="956" y="0"/>
                    </a:cubicBezTo>
                    <a:lnTo>
                      <a:pt x="8287" y="0"/>
                    </a:lnTo>
                    <a:cubicBezTo>
                      <a:pt x="8811" y="0"/>
                      <a:pt x="9242" y="420"/>
                      <a:pt x="9242" y="955"/>
                    </a:cubicBezTo>
                    <a:lnTo>
                      <a:pt x="9242" y="3493"/>
                    </a:lnTo>
                    <a:cubicBezTo>
                      <a:pt x="9242" y="4029"/>
                      <a:pt x="8811" y="4449"/>
                      <a:pt x="8287" y="444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60;p39">
                <a:extLst>
                  <a:ext uri="{FF2B5EF4-FFF2-40B4-BE49-F238E27FC236}">
                    <a16:creationId xmlns:a16="http://schemas.microsoft.com/office/drawing/2014/main" id="{A69F7AE9-2496-564D-E47C-AA4A7D545E59}"/>
                  </a:ext>
                </a:extLst>
              </p:cNvPr>
              <p:cNvSpPr/>
              <p:nvPr/>
            </p:nvSpPr>
            <p:spPr>
              <a:xfrm>
                <a:off x="6904896" y="2934159"/>
                <a:ext cx="567452" cy="141172"/>
              </a:xfrm>
              <a:custGeom>
                <a:avLst/>
                <a:gdLst/>
                <a:ahLst/>
                <a:cxnLst/>
                <a:rect l="l" t="t" r="r" b="b"/>
                <a:pathLst>
                  <a:path w="9237" h="2298" extrusionOk="0">
                    <a:moveTo>
                      <a:pt x="7677" y="1"/>
                    </a:moveTo>
                    <a:lnTo>
                      <a:pt x="1565" y="1"/>
                    </a:lnTo>
                    <a:cubicBezTo>
                      <a:pt x="702" y="1"/>
                      <a:pt x="0" y="697"/>
                      <a:pt x="0" y="1560"/>
                    </a:cubicBezTo>
                    <a:lnTo>
                      <a:pt x="0" y="2297"/>
                    </a:lnTo>
                    <a:cubicBezTo>
                      <a:pt x="0" y="1434"/>
                      <a:pt x="702" y="732"/>
                      <a:pt x="1565" y="732"/>
                    </a:cubicBezTo>
                    <a:lnTo>
                      <a:pt x="7677" y="732"/>
                    </a:lnTo>
                    <a:cubicBezTo>
                      <a:pt x="8540" y="732"/>
                      <a:pt x="9236" y="1434"/>
                      <a:pt x="9236" y="2297"/>
                    </a:cubicBezTo>
                    <a:lnTo>
                      <a:pt x="9236" y="1560"/>
                    </a:lnTo>
                    <a:cubicBezTo>
                      <a:pt x="9236" y="697"/>
                      <a:pt x="8534" y="1"/>
                      <a:pt x="76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61;p39">
                <a:extLst>
                  <a:ext uri="{FF2B5EF4-FFF2-40B4-BE49-F238E27FC236}">
                    <a16:creationId xmlns:a16="http://schemas.microsoft.com/office/drawing/2014/main" id="{84D21B95-9D1E-4D5C-B528-7614887B27E4}"/>
                  </a:ext>
                </a:extLst>
              </p:cNvPr>
              <p:cNvSpPr/>
              <p:nvPr/>
            </p:nvSpPr>
            <p:spPr>
              <a:xfrm>
                <a:off x="6680038" y="2537729"/>
                <a:ext cx="1021745" cy="305872"/>
              </a:xfrm>
              <a:custGeom>
                <a:avLst/>
                <a:gdLst/>
                <a:ahLst/>
                <a:cxnLst/>
                <a:rect l="l" t="t" r="r" b="b"/>
                <a:pathLst>
                  <a:path w="16632" h="4979" extrusionOk="0">
                    <a:moveTo>
                      <a:pt x="16632" y="2492"/>
                    </a:moveTo>
                    <a:cubicBezTo>
                      <a:pt x="16632" y="3862"/>
                      <a:pt x="12908" y="4978"/>
                      <a:pt x="8316" y="4978"/>
                    </a:cubicBezTo>
                    <a:cubicBezTo>
                      <a:pt x="3724" y="4978"/>
                      <a:pt x="0" y="3862"/>
                      <a:pt x="0" y="2492"/>
                    </a:cubicBezTo>
                    <a:cubicBezTo>
                      <a:pt x="0" y="1117"/>
                      <a:pt x="3724" y="0"/>
                      <a:pt x="8316" y="0"/>
                    </a:cubicBezTo>
                    <a:cubicBezTo>
                      <a:pt x="12908" y="0"/>
                      <a:pt x="16632" y="1117"/>
                      <a:pt x="16632" y="24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62;p39">
                <a:extLst>
                  <a:ext uri="{FF2B5EF4-FFF2-40B4-BE49-F238E27FC236}">
                    <a16:creationId xmlns:a16="http://schemas.microsoft.com/office/drawing/2014/main" id="{91BD4E46-8CA8-01FC-159B-C989F906A346}"/>
                  </a:ext>
                </a:extLst>
              </p:cNvPr>
              <p:cNvSpPr/>
              <p:nvPr/>
            </p:nvSpPr>
            <p:spPr>
              <a:xfrm>
                <a:off x="6661976" y="1892869"/>
                <a:ext cx="1057868" cy="846786"/>
              </a:xfrm>
              <a:custGeom>
                <a:avLst/>
                <a:gdLst/>
                <a:ahLst/>
                <a:cxnLst/>
                <a:rect l="l" t="t" r="r" b="b"/>
                <a:pathLst>
                  <a:path w="17220" h="13784" extrusionOk="0">
                    <a:moveTo>
                      <a:pt x="17219" y="6895"/>
                    </a:moveTo>
                    <a:cubicBezTo>
                      <a:pt x="17219" y="10699"/>
                      <a:pt x="13364" y="13783"/>
                      <a:pt x="8610" y="13783"/>
                    </a:cubicBezTo>
                    <a:cubicBezTo>
                      <a:pt x="3851" y="13783"/>
                      <a:pt x="1" y="10699"/>
                      <a:pt x="1" y="6895"/>
                    </a:cubicBezTo>
                    <a:cubicBezTo>
                      <a:pt x="1" y="3085"/>
                      <a:pt x="3851" y="0"/>
                      <a:pt x="8610" y="0"/>
                    </a:cubicBezTo>
                    <a:cubicBezTo>
                      <a:pt x="13364" y="0"/>
                      <a:pt x="17219" y="3085"/>
                      <a:pt x="17219" y="68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63;p39">
                <a:extLst>
                  <a:ext uri="{FF2B5EF4-FFF2-40B4-BE49-F238E27FC236}">
                    <a16:creationId xmlns:a16="http://schemas.microsoft.com/office/drawing/2014/main" id="{74120CBF-383F-3699-9136-3C3A3C5C810C}"/>
                  </a:ext>
                </a:extLst>
              </p:cNvPr>
              <p:cNvSpPr/>
              <p:nvPr/>
            </p:nvSpPr>
            <p:spPr>
              <a:xfrm>
                <a:off x="6754986" y="2078457"/>
                <a:ext cx="871543" cy="563582"/>
              </a:xfrm>
              <a:custGeom>
                <a:avLst/>
                <a:gdLst/>
                <a:ahLst/>
                <a:cxnLst/>
                <a:rect l="l" t="t" r="r" b="b"/>
                <a:pathLst>
                  <a:path w="14187" h="9174" extrusionOk="0">
                    <a:moveTo>
                      <a:pt x="2820" y="1"/>
                    </a:moveTo>
                    <a:cubicBezTo>
                      <a:pt x="1266" y="1"/>
                      <a:pt x="0" y="1261"/>
                      <a:pt x="0" y="2820"/>
                    </a:cubicBezTo>
                    <a:lnTo>
                      <a:pt x="0" y="2820"/>
                    </a:lnTo>
                    <a:cubicBezTo>
                      <a:pt x="0" y="5825"/>
                      <a:pt x="3177" y="9174"/>
                      <a:pt x="7096" y="9174"/>
                    </a:cubicBezTo>
                    <a:cubicBezTo>
                      <a:pt x="11015" y="9174"/>
                      <a:pt x="14186" y="5825"/>
                      <a:pt x="14186" y="2820"/>
                    </a:cubicBezTo>
                    <a:lnTo>
                      <a:pt x="14186" y="2820"/>
                    </a:lnTo>
                    <a:cubicBezTo>
                      <a:pt x="14186" y="1267"/>
                      <a:pt x="12932" y="1"/>
                      <a:pt x="113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64;p39">
                <a:extLst>
                  <a:ext uri="{FF2B5EF4-FFF2-40B4-BE49-F238E27FC236}">
                    <a16:creationId xmlns:a16="http://schemas.microsoft.com/office/drawing/2014/main" id="{398708C0-9AFC-62AC-AD8C-37E5E10262B1}"/>
                  </a:ext>
                </a:extLst>
              </p:cNvPr>
              <p:cNvSpPr/>
              <p:nvPr/>
            </p:nvSpPr>
            <p:spPr>
              <a:xfrm>
                <a:off x="6824959" y="2140320"/>
                <a:ext cx="731907" cy="248617"/>
              </a:xfrm>
              <a:custGeom>
                <a:avLst/>
                <a:gdLst/>
                <a:ahLst/>
                <a:cxnLst/>
                <a:rect l="l" t="t" r="r" b="b"/>
                <a:pathLst>
                  <a:path w="11914" h="4047" extrusionOk="0">
                    <a:moveTo>
                      <a:pt x="9882" y="4046"/>
                    </a:moveTo>
                    <a:lnTo>
                      <a:pt x="2021" y="4046"/>
                    </a:lnTo>
                    <a:cubicBezTo>
                      <a:pt x="904" y="4046"/>
                      <a:pt x="1" y="3137"/>
                      <a:pt x="1" y="2026"/>
                    </a:cubicBezTo>
                    <a:lnTo>
                      <a:pt x="1" y="2026"/>
                    </a:lnTo>
                    <a:cubicBezTo>
                      <a:pt x="1" y="910"/>
                      <a:pt x="904" y="1"/>
                      <a:pt x="2021" y="1"/>
                    </a:cubicBezTo>
                    <a:lnTo>
                      <a:pt x="9882" y="1"/>
                    </a:lnTo>
                    <a:cubicBezTo>
                      <a:pt x="10998" y="1"/>
                      <a:pt x="11908" y="910"/>
                      <a:pt x="11908" y="2026"/>
                    </a:cubicBezTo>
                    <a:lnTo>
                      <a:pt x="11908" y="2026"/>
                    </a:lnTo>
                    <a:cubicBezTo>
                      <a:pt x="11913" y="3137"/>
                      <a:pt x="11004" y="4046"/>
                      <a:pt x="9882" y="40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65;p39">
                <a:extLst>
                  <a:ext uri="{FF2B5EF4-FFF2-40B4-BE49-F238E27FC236}">
                    <a16:creationId xmlns:a16="http://schemas.microsoft.com/office/drawing/2014/main" id="{038DB005-CA79-A2ED-BA77-3D8297EA48B5}"/>
                  </a:ext>
                </a:extLst>
              </p:cNvPr>
              <p:cNvSpPr/>
              <p:nvPr/>
            </p:nvSpPr>
            <p:spPr>
              <a:xfrm>
                <a:off x="7105709" y="2445088"/>
                <a:ext cx="170107" cy="60880"/>
              </a:xfrm>
              <a:custGeom>
                <a:avLst/>
                <a:gdLst/>
                <a:ahLst/>
                <a:cxnLst/>
                <a:rect l="l" t="t" r="r" b="b"/>
                <a:pathLst>
                  <a:path w="2769" h="991" extrusionOk="0">
                    <a:moveTo>
                      <a:pt x="2032" y="990"/>
                    </a:moveTo>
                    <a:lnTo>
                      <a:pt x="731" y="990"/>
                    </a:lnTo>
                    <a:cubicBezTo>
                      <a:pt x="328" y="990"/>
                      <a:pt x="0" y="662"/>
                      <a:pt x="0" y="259"/>
                    </a:cubicBezTo>
                    <a:lnTo>
                      <a:pt x="0" y="259"/>
                    </a:lnTo>
                    <a:cubicBezTo>
                      <a:pt x="0" y="115"/>
                      <a:pt x="115" y="0"/>
                      <a:pt x="259" y="0"/>
                    </a:cubicBezTo>
                    <a:lnTo>
                      <a:pt x="2509" y="0"/>
                    </a:lnTo>
                    <a:cubicBezTo>
                      <a:pt x="2653" y="0"/>
                      <a:pt x="2768" y="115"/>
                      <a:pt x="2768" y="259"/>
                    </a:cubicBezTo>
                    <a:lnTo>
                      <a:pt x="2768" y="259"/>
                    </a:lnTo>
                    <a:cubicBezTo>
                      <a:pt x="2768" y="668"/>
                      <a:pt x="2446" y="990"/>
                      <a:pt x="2032" y="9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566;p39">
                <a:extLst>
                  <a:ext uri="{FF2B5EF4-FFF2-40B4-BE49-F238E27FC236}">
                    <a16:creationId xmlns:a16="http://schemas.microsoft.com/office/drawing/2014/main" id="{5F334EBA-A1CF-B783-2BBF-8A82B5BD0DCA}"/>
                  </a:ext>
                </a:extLst>
              </p:cNvPr>
              <p:cNvSpPr/>
              <p:nvPr/>
            </p:nvSpPr>
            <p:spPr>
              <a:xfrm>
                <a:off x="6945184" y="2233329"/>
                <a:ext cx="134046" cy="75685"/>
              </a:xfrm>
              <a:custGeom>
                <a:avLst/>
                <a:gdLst/>
                <a:ahLst/>
                <a:cxnLst/>
                <a:rect l="l" t="t" r="r" b="b"/>
                <a:pathLst>
                  <a:path w="2182" h="1232" extrusionOk="0">
                    <a:moveTo>
                      <a:pt x="1957" y="1232"/>
                    </a:moveTo>
                    <a:lnTo>
                      <a:pt x="213" y="1232"/>
                    </a:lnTo>
                    <a:cubicBezTo>
                      <a:pt x="93" y="1232"/>
                      <a:pt x="1" y="1128"/>
                      <a:pt x="1" y="1013"/>
                    </a:cubicBezTo>
                    <a:lnTo>
                      <a:pt x="1" y="213"/>
                    </a:lnTo>
                    <a:cubicBezTo>
                      <a:pt x="1" y="92"/>
                      <a:pt x="98" y="0"/>
                      <a:pt x="213" y="0"/>
                    </a:cubicBezTo>
                    <a:lnTo>
                      <a:pt x="1957" y="0"/>
                    </a:lnTo>
                    <a:cubicBezTo>
                      <a:pt x="2078" y="0"/>
                      <a:pt x="2170" y="98"/>
                      <a:pt x="2170" y="213"/>
                    </a:cubicBezTo>
                    <a:lnTo>
                      <a:pt x="2170" y="1013"/>
                    </a:lnTo>
                    <a:cubicBezTo>
                      <a:pt x="2182" y="1128"/>
                      <a:pt x="2078" y="1232"/>
                      <a:pt x="1957" y="123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567;p39">
                <a:extLst>
                  <a:ext uri="{FF2B5EF4-FFF2-40B4-BE49-F238E27FC236}">
                    <a16:creationId xmlns:a16="http://schemas.microsoft.com/office/drawing/2014/main" id="{A40FA383-145F-C217-71A8-79530E0F2AD6}"/>
                  </a:ext>
                </a:extLst>
              </p:cNvPr>
              <p:cNvSpPr/>
              <p:nvPr/>
            </p:nvSpPr>
            <p:spPr>
              <a:xfrm>
                <a:off x="7302602" y="2233329"/>
                <a:ext cx="133677" cy="75685"/>
              </a:xfrm>
              <a:custGeom>
                <a:avLst/>
                <a:gdLst/>
                <a:ahLst/>
                <a:cxnLst/>
                <a:rect l="l" t="t" r="r" b="b"/>
                <a:pathLst>
                  <a:path w="2176" h="1232" extrusionOk="0">
                    <a:moveTo>
                      <a:pt x="1957" y="1232"/>
                    </a:moveTo>
                    <a:lnTo>
                      <a:pt x="219" y="1232"/>
                    </a:lnTo>
                    <a:cubicBezTo>
                      <a:pt x="93" y="1232"/>
                      <a:pt x="1" y="1128"/>
                      <a:pt x="1" y="1013"/>
                    </a:cubicBezTo>
                    <a:lnTo>
                      <a:pt x="1" y="213"/>
                    </a:lnTo>
                    <a:cubicBezTo>
                      <a:pt x="1" y="92"/>
                      <a:pt x="104" y="0"/>
                      <a:pt x="219" y="0"/>
                    </a:cubicBezTo>
                    <a:lnTo>
                      <a:pt x="1957" y="0"/>
                    </a:lnTo>
                    <a:cubicBezTo>
                      <a:pt x="2078" y="0"/>
                      <a:pt x="2176" y="98"/>
                      <a:pt x="2176" y="213"/>
                    </a:cubicBezTo>
                    <a:lnTo>
                      <a:pt x="2176" y="1013"/>
                    </a:lnTo>
                    <a:cubicBezTo>
                      <a:pt x="2176" y="1128"/>
                      <a:pt x="2078" y="1232"/>
                      <a:pt x="1957" y="123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568;p39">
                <a:extLst>
                  <a:ext uri="{FF2B5EF4-FFF2-40B4-BE49-F238E27FC236}">
                    <a16:creationId xmlns:a16="http://schemas.microsoft.com/office/drawing/2014/main" id="{067F9E37-5EF9-A97A-6D36-EB2496A37738}"/>
                  </a:ext>
                </a:extLst>
              </p:cNvPr>
              <p:cNvSpPr/>
              <p:nvPr/>
            </p:nvSpPr>
            <p:spPr>
              <a:xfrm>
                <a:off x="6768072" y="1921128"/>
                <a:ext cx="902628" cy="379407"/>
              </a:xfrm>
              <a:custGeom>
                <a:avLst/>
                <a:gdLst/>
                <a:ahLst/>
                <a:cxnLst/>
                <a:rect l="l" t="t" r="r" b="b"/>
                <a:pathLst>
                  <a:path w="14693" h="6176" extrusionOk="0">
                    <a:moveTo>
                      <a:pt x="6791" y="1"/>
                    </a:moveTo>
                    <a:cubicBezTo>
                      <a:pt x="3960" y="1"/>
                      <a:pt x="1474" y="1146"/>
                      <a:pt x="0" y="2878"/>
                    </a:cubicBezTo>
                    <a:cubicBezTo>
                      <a:pt x="1681" y="4524"/>
                      <a:pt x="4501" y="5727"/>
                      <a:pt x="7758" y="5974"/>
                    </a:cubicBezTo>
                    <a:cubicBezTo>
                      <a:pt x="10399" y="6176"/>
                      <a:pt x="12845" y="5710"/>
                      <a:pt x="14692" y="4795"/>
                    </a:cubicBezTo>
                    <a:cubicBezTo>
                      <a:pt x="13726" y="2032"/>
                      <a:pt x="10560" y="1"/>
                      <a:pt x="6791" y="1"/>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569;p39">
                <a:extLst>
                  <a:ext uri="{FF2B5EF4-FFF2-40B4-BE49-F238E27FC236}">
                    <a16:creationId xmlns:a16="http://schemas.microsoft.com/office/drawing/2014/main" id="{19305EC2-A0C5-FD86-41BF-1E3D1EBB975F}"/>
                  </a:ext>
                </a:extLst>
              </p:cNvPr>
              <p:cNvSpPr/>
              <p:nvPr/>
            </p:nvSpPr>
            <p:spPr>
              <a:xfrm>
                <a:off x="7767529" y="1927148"/>
                <a:ext cx="34709" cy="283941"/>
              </a:xfrm>
              <a:custGeom>
                <a:avLst/>
                <a:gdLst/>
                <a:ahLst/>
                <a:cxnLst/>
                <a:rect l="l" t="t" r="r" b="b"/>
                <a:pathLst>
                  <a:path w="565" h="4622" extrusionOk="0">
                    <a:moveTo>
                      <a:pt x="282" y="4622"/>
                    </a:moveTo>
                    <a:lnTo>
                      <a:pt x="282" y="4622"/>
                    </a:lnTo>
                    <a:cubicBezTo>
                      <a:pt x="133" y="4622"/>
                      <a:pt x="0" y="4501"/>
                      <a:pt x="0" y="4345"/>
                    </a:cubicBezTo>
                    <a:lnTo>
                      <a:pt x="0" y="277"/>
                    </a:lnTo>
                    <a:cubicBezTo>
                      <a:pt x="0" y="127"/>
                      <a:pt x="121" y="1"/>
                      <a:pt x="282" y="1"/>
                    </a:cubicBezTo>
                    <a:lnTo>
                      <a:pt x="282" y="1"/>
                    </a:lnTo>
                    <a:cubicBezTo>
                      <a:pt x="432" y="1"/>
                      <a:pt x="564" y="121"/>
                      <a:pt x="564" y="277"/>
                    </a:cubicBezTo>
                    <a:lnTo>
                      <a:pt x="564" y="4345"/>
                    </a:lnTo>
                    <a:cubicBezTo>
                      <a:pt x="553" y="4501"/>
                      <a:pt x="432" y="4622"/>
                      <a:pt x="282" y="46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570;p39">
                <a:extLst>
                  <a:ext uri="{FF2B5EF4-FFF2-40B4-BE49-F238E27FC236}">
                    <a16:creationId xmlns:a16="http://schemas.microsoft.com/office/drawing/2014/main" id="{DF8E340A-C01C-167F-D1B7-CB97B3DB9F4C}"/>
                  </a:ext>
                </a:extLst>
              </p:cNvPr>
              <p:cNvSpPr/>
              <p:nvPr/>
            </p:nvSpPr>
            <p:spPr>
              <a:xfrm>
                <a:off x="6607178" y="1789600"/>
                <a:ext cx="1167463" cy="435311"/>
              </a:xfrm>
              <a:custGeom>
                <a:avLst/>
                <a:gdLst/>
                <a:ahLst/>
                <a:cxnLst/>
                <a:rect l="l" t="t" r="r" b="b"/>
                <a:pathLst>
                  <a:path w="19004" h="7086" extrusionOk="0">
                    <a:moveTo>
                      <a:pt x="19003" y="7085"/>
                    </a:moveTo>
                    <a:lnTo>
                      <a:pt x="18278" y="7085"/>
                    </a:lnTo>
                    <a:cubicBezTo>
                      <a:pt x="18278" y="3580"/>
                      <a:pt x="14342" y="732"/>
                      <a:pt x="9502" y="732"/>
                    </a:cubicBezTo>
                    <a:cubicBezTo>
                      <a:pt x="4662" y="732"/>
                      <a:pt x="726" y="3580"/>
                      <a:pt x="726" y="7085"/>
                    </a:cubicBezTo>
                    <a:lnTo>
                      <a:pt x="1" y="7085"/>
                    </a:lnTo>
                    <a:cubicBezTo>
                      <a:pt x="1" y="3178"/>
                      <a:pt x="4265" y="1"/>
                      <a:pt x="9502" y="1"/>
                    </a:cubicBezTo>
                    <a:cubicBezTo>
                      <a:pt x="14739" y="1"/>
                      <a:pt x="19003" y="3178"/>
                      <a:pt x="19003" y="708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571;p39">
                <a:extLst>
                  <a:ext uri="{FF2B5EF4-FFF2-40B4-BE49-F238E27FC236}">
                    <a16:creationId xmlns:a16="http://schemas.microsoft.com/office/drawing/2014/main" id="{39D330D6-C222-56BA-98D2-036A1DB26B99}"/>
                  </a:ext>
                </a:extLst>
              </p:cNvPr>
              <p:cNvSpPr/>
              <p:nvPr/>
            </p:nvSpPr>
            <p:spPr>
              <a:xfrm>
                <a:off x="6542489" y="2166859"/>
                <a:ext cx="130913" cy="301941"/>
              </a:xfrm>
              <a:custGeom>
                <a:avLst/>
                <a:gdLst/>
                <a:ahLst/>
                <a:cxnLst/>
                <a:rect l="l" t="t" r="r" b="b"/>
                <a:pathLst>
                  <a:path w="2131" h="4915" extrusionOk="0">
                    <a:moveTo>
                      <a:pt x="1848" y="4915"/>
                    </a:moveTo>
                    <a:lnTo>
                      <a:pt x="283" y="4915"/>
                    </a:lnTo>
                    <a:cubicBezTo>
                      <a:pt x="122" y="4915"/>
                      <a:pt x="1" y="4794"/>
                      <a:pt x="1" y="4633"/>
                    </a:cubicBezTo>
                    <a:lnTo>
                      <a:pt x="1" y="282"/>
                    </a:lnTo>
                    <a:cubicBezTo>
                      <a:pt x="1" y="127"/>
                      <a:pt x="122" y="0"/>
                      <a:pt x="283" y="0"/>
                    </a:cubicBezTo>
                    <a:lnTo>
                      <a:pt x="1848" y="0"/>
                    </a:lnTo>
                    <a:cubicBezTo>
                      <a:pt x="2009" y="0"/>
                      <a:pt x="2130" y="127"/>
                      <a:pt x="2130" y="282"/>
                    </a:cubicBezTo>
                    <a:lnTo>
                      <a:pt x="2130" y="4633"/>
                    </a:lnTo>
                    <a:cubicBezTo>
                      <a:pt x="2130" y="4788"/>
                      <a:pt x="2003" y="4915"/>
                      <a:pt x="1848" y="49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572;p39">
                <a:extLst>
                  <a:ext uri="{FF2B5EF4-FFF2-40B4-BE49-F238E27FC236}">
                    <a16:creationId xmlns:a16="http://schemas.microsoft.com/office/drawing/2014/main" id="{190E6A97-FC24-59C3-0339-AB0A208C5E5C}"/>
                  </a:ext>
                </a:extLst>
              </p:cNvPr>
              <p:cNvSpPr/>
              <p:nvPr/>
            </p:nvSpPr>
            <p:spPr>
              <a:xfrm>
                <a:off x="7701427" y="2166859"/>
                <a:ext cx="130851" cy="301941"/>
              </a:xfrm>
              <a:custGeom>
                <a:avLst/>
                <a:gdLst/>
                <a:ahLst/>
                <a:cxnLst/>
                <a:rect l="l" t="t" r="r" b="b"/>
                <a:pathLst>
                  <a:path w="2130" h="4915" extrusionOk="0">
                    <a:moveTo>
                      <a:pt x="1847" y="4915"/>
                    </a:moveTo>
                    <a:lnTo>
                      <a:pt x="276" y="4915"/>
                    </a:lnTo>
                    <a:cubicBezTo>
                      <a:pt x="121" y="4915"/>
                      <a:pt x="0" y="4794"/>
                      <a:pt x="0" y="4633"/>
                    </a:cubicBezTo>
                    <a:lnTo>
                      <a:pt x="0" y="282"/>
                    </a:lnTo>
                    <a:cubicBezTo>
                      <a:pt x="0" y="127"/>
                      <a:pt x="121" y="0"/>
                      <a:pt x="276" y="0"/>
                    </a:cubicBezTo>
                    <a:lnTo>
                      <a:pt x="1847" y="0"/>
                    </a:lnTo>
                    <a:cubicBezTo>
                      <a:pt x="2003" y="0"/>
                      <a:pt x="2129" y="127"/>
                      <a:pt x="2129" y="282"/>
                    </a:cubicBezTo>
                    <a:lnTo>
                      <a:pt x="2129" y="4633"/>
                    </a:lnTo>
                    <a:cubicBezTo>
                      <a:pt x="2129" y="4788"/>
                      <a:pt x="2003" y="4915"/>
                      <a:pt x="1847" y="49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573;p39">
                <a:extLst>
                  <a:ext uri="{FF2B5EF4-FFF2-40B4-BE49-F238E27FC236}">
                    <a16:creationId xmlns:a16="http://schemas.microsoft.com/office/drawing/2014/main" id="{0BCE96EA-913C-D7B9-6EFC-28D4E3C57C56}"/>
                  </a:ext>
                </a:extLst>
              </p:cNvPr>
              <p:cNvSpPr/>
              <p:nvPr/>
            </p:nvSpPr>
            <p:spPr>
              <a:xfrm>
                <a:off x="7378964" y="2422481"/>
                <a:ext cx="408403" cy="300159"/>
              </a:xfrm>
              <a:custGeom>
                <a:avLst/>
                <a:gdLst/>
                <a:ahLst/>
                <a:cxnLst/>
                <a:rect l="l" t="t" r="r" b="b"/>
                <a:pathLst>
                  <a:path w="6648" h="4886" extrusionOk="0">
                    <a:moveTo>
                      <a:pt x="311" y="4886"/>
                    </a:moveTo>
                    <a:cubicBezTo>
                      <a:pt x="156" y="4886"/>
                      <a:pt x="18" y="4759"/>
                      <a:pt x="12" y="4598"/>
                    </a:cubicBezTo>
                    <a:cubicBezTo>
                      <a:pt x="1" y="4431"/>
                      <a:pt x="133" y="4287"/>
                      <a:pt x="300" y="4282"/>
                    </a:cubicBezTo>
                    <a:cubicBezTo>
                      <a:pt x="5324" y="4011"/>
                      <a:pt x="5986" y="432"/>
                      <a:pt x="6014" y="282"/>
                    </a:cubicBezTo>
                    <a:cubicBezTo>
                      <a:pt x="6043" y="115"/>
                      <a:pt x="6199" y="0"/>
                      <a:pt x="6371" y="29"/>
                    </a:cubicBezTo>
                    <a:cubicBezTo>
                      <a:pt x="6532" y="58"/>
                      <a:pt x="6648" y="207"/>
                      <a:pt x="6619" y="374"/>
                    </a:cubicBezTo>
                    <a:cubicBezTo>
                      <a:pt x="6613" y="414"/>
                      <a:pt x="5871" y="4587"/>
                      <a:pt x="334" y="4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574;p39">
                <a:extLst>
                  <a:ext uri="{FF2B5EF4-FFF2-40B4-BE49-F238E27FC236}">
                    <a16:creationId xmlns:a16="http://schemas.microsoft.com/office/drawing/2014/main" id="{C1C6C101-AF54-71EB-C7CA-7580C2B293DA}"/>
                  </a:ext>
                </a:extLst>
              </p:cNvPr>
              <p:cNvSpPr/>
              <p:nvPr/>
            </p:nvSpPr>
            <p:spPr>
              <a:xfrm>
                <a:off x="7268998" y="2645175"/>
                <a:ext cx="181472" cy="117459"/>
              </a:xfrm>
              <a:custGeom>
                <a:avLst/>
                <a:gdLst/>
                <a:ahLst/>
                <a:cxnLst/>
                <a:rect l="l" t="t" r="r" b="b"/>
                <a:pathLst>
                  <a:path w="2954" h="1912" extrusionOk="0">
                    <a:moveTo>
                      <a:pt x="1" y="956"/>
                    </a:moveTo>
                    <a:lnTo>
                      <a:pt x="1" y="956"/>
                    </a:lnTo>
                    <a:cubicBezTo>
                      <a:pt x="1" y="426"/>
                      <a:pt x="433" y="1"/>
                      <a:pt x="956" y="1"/>
                    </a:cubicBezTo>
                    <a:lnTo>
                      <a:pt x="1992" y="1"/>
                    </a:lnTo>
                    <a:cubicBezTo>
                      <a:pt x="2527" y="1"/>
                      <a:pt x="2953" y="432"/>
                      <a:pt x="2953" y="956"/>
                    </a:cubicBezTo>
                    <a:lnTo>
                      <a:pt x="2953" y="956"/>
                    </a:lnTo>
                    <a:cubicBezTo>
                      <a:pt x="2953" y="1491"/>
                      <a:pt x="2522" y="1911"/>
                      <a:pt x="1992" y="1911"/>
                    </a:cubicBezTo>
                    <a:lnTo>
                      <a:pt x="956" y="1911"/>
                    </a:lnTo>
                    <a:cubicBezTo>
                      <a:pt x="427" y="1911"/>
                      <a:pt x="1" y="1480"/>
                      <a:pt x="1" y="9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75;p39">
                <a:extLst>
                  <a:ext uri="{FF2B5EF4-FFF2-40B4-BE49-F238E27FC236}">
                    <a16:creationId xmlns:a16="http://schemas.microsoft.com/office/drawing/2014/main" id="{7B745C92-E5F8-40B5-4365-91839539821A}"/>
                  </a:ext>
                </a:extLst>
              </p:cNvPr>
              <p:cNvSpPr/>
              <p:nvPr/>
            </p:nvSpPr>
            <p:spPr>
              <a:xfrm>
                <a:off x="6595567" y="2756491"/>
                <a:ext cx="229450" cy="694433"/>
              </a:xfrm>
              <a:custGeom>
                <a:avLst/>
                <a:gdLst/>
                <a:ahLst/>
                <a:cxnLst/>
                <a:rect l="l" t="t" r="r" b="b"/>
                <a:pathLst>
                  <a:path w="3735" h="11304" extrusionOk="0">
                    <a:moveTo>
                      <a:pt x="1593" y="1"/>
                    </a:moveTo>
                    <a:cubicBezTo>
                      <a:pt x="1147" y="1"/>
                      <a:pt x="610" y="462"/>
                      <a:pt x="0" y="1526"/>
                    </a:cubicBezTo>
                    <a:cubicBezTo>
                      <a:pt x="6" y="1636"/>
                      <a:pt x="17" y="1739"/>
                      <a:pt x="35" y="1849"/>
                    </a:cubicBezTo>
                    <a:cubicBezTo>
                      <a:pt x="460" y="4542"/>
                      <a:pt x="1157" y="8064"/>
                      <a:pt x="2239" y="11304"/>
                    </a:cubicBezTo>
                    <a:cubicBezTo>
                      <a:pt x="3194" y="7811"/>
                      <a:pt x="3735" y="2562"/>
                      <a:pt x="2279" y="445"/>
                    </a:cubicBezTo>
                    <a:cubicBezTo>
                      <a:pt x="2084" y="158"/>
                      <a:pt x="1854" y="1"/>
                      <a:pt x="1593" y="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76;p39">
                <a:extLst>
                  <a:ext uri="{FF2B5EF4-FFF2-40B4-BE49-F238E27FC236}">
                    <a16:creationId xmlns:a16="http://schemas.microsoft.com/office/drawing/2014/main" id="{DD02B380-1C80-C924-5EF4-18E285918ED3}"/>
                  </a:ext>
                </a:extLst>
              </p:cNvPr>
              <p:cNvSpPr/>
              <p:nvPr/>
            </p:nvSpPr>
            <p:spPr>
              <a:xfrm>
                <a:off x="6451997" y="2703168"/>
                <a:ext cx="330998" cy="882846"/>
              </a:xfrm>
              <a:custGeom>
                <a:avLst/>
                <a:gdLst/>
                <a:ahLst/>
                <a:cxnLst/>
                <a:rect l="l" t="t" r="r" b="b"/>
                <a:pathLst>
                  <a:path w="5388" h="14371" extrusionOk="0">
                    <a:moveTo>
                      <a:pt x="582" y="3977"/>
                    </a:moveTo>
                    <a:cubicBezTo>
                      <a:pt x="1" y="7522"/>
                      <a:pt x="714" y="14370"/>
                      <a:pt x="2130" y="14364"/>
                    </a:cubicBezTo>
                    <a:cubicBezTo>
                      <a:pt x="3626" y="14347"/>
                      <a:pt x="5387" y="2924"/>
                      <a:pt x="4259" y="1048"/>
                    </a:cubicBezTo>
                    <a:cubicBezTo>
                      <a:pt x="3632" y="0"/>
                      <a:pt x="1157" y="490"/>
                      <a:pt x="582" y="397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77;p39">
                <a:extLst>
                  <a:ext uri="{FF2B5EF4-FFF2-40B4-BE49-F238E27FC236}">
                    <a16:creationId xmlns:a16="http://schemas.microsoft.com/office/drawing/2014/main" id="{F03F98E1-582B-8A75-29F1-060ADEB16396}"/>
                  </a:ext>
                </a:extLst>
              </p:cNvPr>
              <p:cNvSpPr/>
              <p:nvPr/>
            </p:nvSpPr>
            <p:spPr>
              <a:xfrm>
                <a:off x="6129596" y="4090813"/>
                <a:ext cx="151677" cy="81705"/>
              </a:xfrm>
              <a:custGeom>
                <a:avLst/>
                <a:gdLst/>
                <a:ahLst/>
                <a:cxnLst/>
                <a:rect l="l" t="t" r="r" b="b"/>
                <a:pathLst>
                  <a:path w="2469" h="1330" extrusionOk="0">
                    <a:moveTo>
                      <a:pt x="391" y="0"/>
                    </a:moveTo>
                    <a:cubicBezTo>
                      <a:pt x="391" y="0"/>
                      <a:pt x="0" y="593"/>
                      <a:pt x="23" y="863"/>
                    </a:cubicBezTo>
                    <a:lnTo>
                      <a:pt x="1025" y="1329"/>
                    </a:lnTo>
                    <a:lnTo>
                      <a:pt x="2250" y="1329"/>
                    </a:lnTo>
                    <a:cubicBezTo>
                      <a:pt x="2250" y="1329"/>
                      <a:pt x="2469" y="961"/>
                      <a:pt x="1767" y="950"/>
                    </a:cubicBezTo>
                    <a:cubicBezTo>
                      <a:pt x="1059" y="932"/>
                      <a:pt x="990" y="271"/>
                      <a:pt x="990" y="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78;p39">
                <a:extLst>
                  <a:ext uri="{FF2B5EF4-FFF2-40B4-BE49-F238E27FC236}">
                    <a16:creationId xmlns:a16="http://schemas.microsoft.com/office/drawing/2014/main" id="{397F73F5-D47C-1118-5CF3-7FF6AB0558C0}"/>
                  </a:ext>
                </a:extLst>
              </p:cNvPr>
              <p:cNvSpPr/>
              <p:nvPr/>
            </p:nvSpPr>
            <p:spPr>
              <a:xfrm>
                <a:off x="6297861" y="3169136"/>
                <a:ext cx="288548" cy="246467"/>
              </a:xfrm>
              <a:custGeom>
                <a:avLst/>
                <a:gdLst/>
                <a:ahLst/>
                <a:cxnLst/>
                <a:rect l="l" t="t" r="r" b="b"/>
                <a:pathLst>
                  <a:path w="4697" h="4012" extrusionOk="0">
                    <a:moveTo>
                      <a:pt x="1220" y="714"/>
                    </a:moveTo>
                    <a:cubicBezTo>
                      <a:pt x="1675" y="1376"/>
                      <a:pt x="2320" y="2527"/>
                      <a:pt x="2320" y="2527"/>
                    </a:cubicBezTo>
                    <a:cubicBezTo>
                      <a:pt x="2320" y="2527"/>
                      <a:pt x="3655" y="1226"/>
                      <a:pt x="3712" y="835"/>
                    </a:cubicBezTo>
                    <a:cubicBezTo>
                      <a:pt x="3741" y="679"/>
                      <a:pt x="3741" y="415"/>
                      <a:pt x="3954" y="184"/>
                    </a:cubicBezTo>
                    <a:cubicBezTo>
                      <a:pt x="4058" y="75"/>
                      <a:pt x="4604" y="0"/>
                      <a:pt x="4495" y="138"/>
                    </a:cubicBezTo>
                    <a:cubicBezTo>
                      <a:pt x="4345" y="334"/>
                      <a:pt x="4248" y="547"/>
                      <a:pt x="4201" y="817"/>
                    </a:cubicBezTo>
                    <a:cubicBezTo>
                      <a:pt x="4322" y="771"/>
                      <a:pt x="4524" y="628"/>
                      <a:pt x="4576" y="651"/>
                    </a:cubicBezTo>
                    <a:cubicBezTo>
                      <a:pt x="4696" y="708"/>
                      <a:pt x="4449" y="1053"/>
                      <a:pt x="4173" y="1163"/>
                    </a:cubicBezTo>
                    <a:cubicBezTo>
                      <a:pt x="4069" y="1197"/>
                      <a:pt x="2705" y="3447"/>
                      <a:pt x="2320" y="3712"/>
                    </a:cubicBezTo>
                    <a:cubicBezTo>
                      <a:pt x="1888" y="4011"/>
                      <a:pt x="144" y="1134"/>
                      <a:pt x="144" y="1134"/>
                    </a:cubicBezTo>
                    <a:cubicBezTo>
                      <a:pt x="0" y="817"/>
                      <a:pt x="1077" y="392"/>
                      <a:pt x="1220" y="714"/>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79;p39">
                <a:extLst>
                  <a:ext uri="{FF2B5EF4-FFF2-40B4-BE49-F238E27FC236}">
                    <a16:creationId xmlns:a16="http://schemas.microsoft.com/office/drawing/2014/main" id="{361246B5-EB72-5DF9-72DC-1691E232CD00}"/>
                  </a:ext>
                </a:extLst>
              </p:cNvPr>
              <p:cNvSpPr/>
              <p:nvPr/>
            </p:nvSpPr>
            <p:spPr>
              <a:xfrm>
                <a:off x="6297861" y="3193156"/>
                <a:ext cx="142523" cy="222816"/>
              </a:xfrm>
              <a:custGeom>
                <a:avLst/>
                <a:gdLst/>
                <a:ahLst/>
                <a:cxnLst/>
                <a:rect l="l" t="t" r="r" b="b"/>
                <a:pathLst>
                  <a:path w="2320" h="3627" extrusionOk="0">
                    <a:moveTo>
                      <a:pt x="1220" y="323"/>
                    </a:moveTo>
                    <a:cubicBezTo>
                      <a:pt x="1364" y="530"/>
                      <a:pt x="1525" y="783"/>
                      <a:pt x="1681" y="1042"/>
                    </a:cubicBezTo>
                    <a:cubicBezTo>
                      <a:pt x="1710" y="1267"/>
                      <a:pt x="1853" y="1497"/>
                      <a:pt x="1940" y="1704"/>
                    </a:cubicBezTo>
                    <a:cubicBezTo>
                      <a:pt x="2118" y="2136"/>
                      <a:pt x="1940" y="2475"/>
                      <a:pt x="2320" y="3333"/>
                    </a:cubicBezTo>
                    <a:cubicBezTo>
                      <a:pt x="1888" y="3626"/>
                      <a:pt x="144" y="749"/>
                      <a:pt x="144" y="749"/>
                    </a:cubicBezTo>
                    <a:cubicBezTo>
                      <a:pt x="0" y="426"/>
                      <a:pt x="1077" y="1"/>
                      <a:pt x="1220" y="323"/>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80;p39">
                <a:extLst>
                  <a:ext uri="{FF2B5EF4-FFF2-40B4-BE49-F238E27FC236}">
                    <a16:creationId xmlns:a16="http://schemas.microsoft.com/office/drawing/2014/main" id="{8CDB29F4-1CC0-5854-441C-7F551198D8DF}"/>
                  </a:ext>
                </a:extLst>
              </p:cNvPr>
              <p:cNvSpPr/>
              <p:nvPr/>
            </p:nvSpPr>
            <p:spPr>
              <a:xfrm>
                <a:off x="6272428" y="3189839"/>
                <a:ext cx="160216" cy="163165"/>
              </a:xfrm>
              <a:custGeom>
                <a:avLst/>
                <a:gdLst/>
                <a:ahLst/>
                <a:cxnLst/>
                <a:rect l="l" t="t" r="r" b="b"/>
                <a:pathLst>
                  <a:path w="2608" h="2656" extrusionOk="0">
                    <a:moveTo>
                      <a:pt x="966" y="0"/>
                    </a:moveTo>
                    <a:cubicBezTo>
                      <a:pt x="615" y="0"/>
                      <a:pt x="379" y="266"/>
                      <a:pt x="259" y="515"/>
                    </a:cubicBezTo>
                    <a:cubicBezTo>
                      <a:pt x="0" y="1067"/>
                      <a:pt x="328" y="1499"/>
                      <a:pt x="1209" y="2656"/>
                    </a:cubicBezTo>
                    <a:lnTo>
                      <a:pt x="2607" y="1793"/>
                    </a:lnTo>
                    <a:cubicBezTo>
                      <a:pt x="2607" y="1793"/>
                      <a:pt x="1796" y="291"/>
                      <a:pt x="1306" y="78"/>
                    </a:cubicBezTo>
                    <a:cubicBezTo>
                      <a:pt x="1183" y="24"/>
                      <a:pt x="1069" y="0"/>
                      <a:pt x="966" y="0"/>
                    </a:cubicBezTo>
                    <a:close/>
                  </a:path>
                </a:pathLst>
              </a:custGeom>
              <a:solidFill>
                <a:srgbClr val="6FB2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81;p39">
                <a:extLst>
                  <a:ext uri="{FF2B5EF4-FFF2-40B4-BE49-F238E27FC236}">
                    <a16:creationId xmlns:a16="http://schemas.microsoft.com/office/drawing/2014/main" id="{D5858EDC-8A02-0F97-90E5-B88DEA6D8B93}"/>
                  </a:ext>
                </a:extLst>
              </p:cNvPr>
              <p:cNvSpPr/>
              <p:nvPr/>
            </p:nvSpPr>
            <p:spPr>
              <a:xfrm>
                <a:off x="6272428" y="3180071"/>
                <a:ext cx="160216" cy="172932"/>
              </a:xfrm>
              <a:custGeom>
                <a:avLst/>
                <a:gdLst/>
                <a:ahLst/>
                <a:cxnLst/>
                <a:rect l="l" t="t" r="r" b="b"/>
                <a:pathLst>
                  <a:path w="2608" h="2815" extrusionOk="0">
                    <a:moveTo>
                      <a:pt x="259" y="674"/>
                    </a:moveTo>
                    <a:cubicBezTo>
                      <a:pt x="0" y="1226"/>
                      <a:pt x="328" y="1658"/>
                      <a:pt x="1209" y="2815"/>
                    </a:cubicBezTo>
                    <a:lnTo>
                      <a:pt x="2607" y="1952"/>
                    </a:lnTo>
                    <a:cubicBezTo>
                      <a:pt x="2607" y="1952"/>
                      <a:pt x="1796" y="450"/>
                      <a:pt x="1306" y="237"/>
                    </a:cubicBezTo>
                    <a:cubicBezTo>
                      <a:pt x="765" y="1"/>
                      <a:pt x="414" y="352"/>
                      <a:pt x="259" y="67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82;p39">
                <a:extLst>
                  <a:ext uri="{FF2B5EF4-FFF2-40B4-BE49-F238E27FC236}">
                    <a16:creationId xmlns:a16="http://schemas.microsoft.com/office/drawing/2014/main" id="{98050E32-87ED-CC2B-F96C-1495A5664264}"/>
                  </a:ext>
                </a:extLst>
              </p:cNvPr>
              <p:cNvSpPr/>
              <p:nvPr/>
            </p:nvSpPr>
            <p:spPr>
              <a:xfrm>
                <a:off x="6276974" y="3092775"/>
                <a:ext cx="83180" cy="102224"/>
              </a:xfrm>
              <a:custGeom>
                <a:avLst/>
                <a:gdLst/>
                <a:ahLst/>
                <a:cxnLst/>
                <a:rect l="l" t="t" r="r" b="b"/>
                <a:pathLst>
                  <a:path w="1354" h="1664" extrusionOk="0">
                    <a:moveTo>
                      <a:pt x="1" y="1554"/>
                    </a:moveTo>
                    <a:lnTo>
                      <a:pt x="1186" y="1663"/>
                    </a:lnTo>
                    <a:lnTo>
                      <a:pt x="1353" y="110"/>
                    </a:lnTo>
                    <a:lnTo>
                      <a:pt x="168" y="0"/>
                    </a:ln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83;p39">
                <a:extLst>
                  <a:ext uri="{FF2B5EF4-FFF2-40B4-BE49-F238E27FC236}">
                    <a16:creationId xmlns:a16="http://schemas.microsoft.com/office/drawing/2014/main" id="{6FC13E29-691F-1D1A-9877-FD362B527884}"/>
                  </a:ext>
                </a:extLst>
              </p:cNvPr>
              <p:cNvSpPr/>
              <p:nvPr/>
            </p:nvSpPr>
            <p:spPr>
              <a:xfrm>
                <a:off x="6287971" y="3093082"/>
                <a:ext cx="71815" cy="84961"/>
              </a:xfrm>
              <a:custGeom>
                <a:avLst/>
                <a:gdLst/>
                <a:ahLst/>
                <a:cxnLst/>
                <a:rect l="l" t="t" r="r" b="b"/>
                <a:pathLst>
                  <a:path w="1169" h="1383" extrusionOk="0">
                    <a:moveTo>
                      <a:pt x="150" y="461"/>
                    </a:moveTo>
                    <a:cubicBezTo>
                      <a:pt x="92" y="346"/>
                      <a:pt x="35" y="231"/>
                      <a:pt x="0" y="1"/>
                    </a:cubicBezTo>
                    <a:lnTo>
                      <a:pt x="1169" y="105"/>
                    </a:lnTo>
                    <a:lnTo>
                      <a:pt x="1030" y="1382"/>
                    </a:lnTo>
                    <a:cubicBezTo>
                      <a:pt x="921" y="1290"/>
                      <a:pt x="392" y="939"/>
                      <a:pt x="150" y="46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84;p39">
                <a:extLst>
                  <a:ext uri="{FF2B5EF4-FFF2-40B4-BE49-F238E27FC236}">
                    <a16:creationId xmlns:a16="http://schemas.microsoft.com/office/drawing/2014/main" id="{30FCE068-87D6-EB83-59DB-A817902ABEEB}"/>
                  </a:ext>
                </a:extLst>
              </p:cNvPr>
              <p:cNvSpPr/>
              <p:nvPr/>
            </p:nvSpPr>
            <p:spPr>
              <a:xfrm>
                <a:off x="6261063" y="2990612"/>
                <a:ext cx="180059" cy="174345"/>
              </a:xfrm>
              <a:custGeom>
                <a:avLst/>
                <a:gdLst/>
                <a:ahLst/>
                <a:cxnLst/>
                <a:rect l="l" t="t" r="r" b="b"/>
                <a:pathLst>
                  <a:path w="2931" h="2838" extrusionOk="0">
                    <a:moveTo>
                      <a:pt x="369" y="1117"/>
                    </a:moveTo>
                    <a:lnTo>
                      <a:pt x="243" y="478"/>
                    </a:lnTo>
                    <a:lnTo>
                      <a:pt x="1612" y="0"/>
                    </a:lnTo>
                    <a:cubicBezTo>
                      <a:pt x="2027" y="368"/>
                      <a:pt x="2930" y="1611"/>
                      <a:pt x="2274" y="2239"/>
                    </a:cubicBezTo>
                    <a:cubicBezTo>
                      <a:pt x="1641" y="2837"/>
                      <a:pt x="611" y="2383"/>
                      <a:pt x="502" y="1813"/>
                    </a:cubicBezTo>
                    <a:lnTo>
                      <a:pt x="490" y="1755"/>
                    </a:lnTo>
                    <a:cubicBezTo>
                      <a:pt x="444" y="1773"/>
                      <a:pt x="398" y="1778"/>
                      <a:pt x="346" y="1773"/>
                    </a:cubicBezTo>
                    <a:cubicBezTo>
                      <a:pt x="151" y="1755"/>
                      <a:pt x="1" y="1600"/>
                      <a:pt x="12" y="1422"/>
                    </a:cubicBezTo>
                    <a:cubicBezTo>
                      <a:pt x="30" y="1255"/>
                      <a:pt x="185" y="1122"/>
                      <a:pt x="369" y="1117"/>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85;p39">
                <a:extLst>
                  <a:ext uri="{FF2B5EF4-FFF2-40B4-BE49-F238E27FC236}">
                    <a16:creationId xmlns:a16="http://schemas.microsoft.com/office/drawing/2014/main" id="{B5E3FC84-73AC-5FED-AF03-4D7B1406F5FF}"/>
                  </a:ext>
                </a:extLst>
              </p:cNvPr>
              <p:cNvSpPr/>
              <p:nvPr/>
            </p:nvSpPr>
            <p:spPr>
              <a:xfrm>
                <a:off x="6244107" y="3489078"/>
                <a:ext cx="200516" cy="614878"/>
              </a:xfrm>
              <a:custGeom>
                <a:avLst/>
                <a:gdLst/>
                <a:ahLst/>
                <a:cxnLst/>
                <a:rect l="l" t="t" r="r" b="b"/>
                <a:pathLst>
                  <a:path w="3264" h="10009" extrusionOk="0">
                    <a:moveTo>
                      <a:pt x="2447" y="271"/>
                    </a:moveTo>
                    <a:lnTo>
                      <a:pt x="3160" y="4455"/>
                    </a:lnTo>
                    <a:lnTo>
                      <a:pt x="3264" y="10008"/>
                    </a:lnTo>
                    <a:lnTo>
                      <a:pt x="2234" y="9927"/>
                    </a:lnTo>
                    <a:lnTo>
                      <a:pt x="1411" y="539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586;p39">
                <a:extLst>
                  <a:ext uri="{FF2B5EF4-FFF2-40B4-BE49-F238E27FC236}">
                    <a16:creationId xmlns:a16="http://schemas.microsoft.com/office/drawing/2014/main" id="{F686B2C0-54B4-0A8B-1EFC-CE690D043C40}"/>
                  </a:ext>
                </a:extLst>
              </p:cNvPr>
              <p:cNvSpPr/>
              <p:nvPr/>
            </p:nvSpPr>
            <p:spPr>
              <a:xfrm>
                <a:off x="6244107" y="3489078"/>
                <a:ext cx="154564" cy="611315"/>
              </a:xfrm>
              <a:custGeom>
                <a:avLst/>
                <a:gdLst/>
                <a:ahLst/>
                <a:cxnLst/>
                <a:rect l="l" t="t" r="r" b="b"/>
                <a:pathLst>
                  <a:path w="2516" h="9951" extrusionOk="0">
                    <a:moveTo>
                      <a:pt x="1439" y="196"/>
                    </a:moveTo>
                    <a:lnTo>
                      <a:pt x="2372" y="4397"/>
                    </a:lnTo>
                    <a:lnTo>
                      <a:pt x="2516" y="9950"/>
                    </a:lnTo>
                    <a:lnTo>
                      <a:pt x="2234" y="9927"/>
                    </a:lnTo>
                    <a:lnTo>
                      <a:pt x="1411" y="539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587;p39">
                <a:extLst>
                  <a:ext uri="{FF2B5EF4-FFF2-40B4-BE49-F238E27FC236}">
                    <a16:creationId xmlns:a16="http://schemas.microsoft.com/office/drawing/2014/main" id="{B73F2654-C00A-C2A1-E6FE-6C8C3C80E895}"/>
                  </a:ext>
                </a:extLst>
              </p:cNvPr>
              <p:cNvSpPr/>
              <p:nvPr/>
            </p:nvSpPr>
            <p:spPr>
              <a:xfrm>
                <a:off x="6139855" y="3523726"/>
                <a:ext cx="208625" cy="597185"/>
              </a:xfrm>
              <a:custGeom>
                <a:avLst/>
                <a:gdLst/>
                <a:ahLst/>
                <a:cxnLst/>
                <a:rect l="l" t="t" r="r" b="b"/>
                <a:pathLst>
                  <a:path w="3396" h="9721" extrusionOk="0">
                    <a:moveTo>
                      <a:pt x="3395" y="0"/>
                    </a:moveTo>
                    <a:lnTo>
                      <a:pt x="3309" y="4518"/>
                    </a:lnTo>
                    <a:lnTo>
                      <a:pt x="1065" y="9720"/>
                    </a:lnTo>
                    <a:lnTo>
                      <a:pt x="0" y="9289"/>
                    </a:lnTo>
                    <a:lnTo>
                      <a:pt x="1439" y="4052"/>
                    </a:lnTo>
                    <a:lnTo>
                      <a:pt x="1024" y="15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588;p39">
                <a:extLst>
                  <a:ext uri="{FF2B5EF4-FFF2-40B4-BE49-F238E27FC236}">
                    <a16:creationId xmlns:a16="http://schemas.microsoft.com/office/drawing/2014/main" id="{4FD687E0-DA9B-38F2-38FE-65A6011721FC}"/>
                  </a:ext>
                </a:extLst>
              </p:cNvPr>
              <p:cNvSpPr/>
              <p:nvPr/>
            </p:nvSpPr>
            <p:spPr>
              <a:xfrm>
                <a:off x="6206264" y="2933664"/>
                <a:ext cx="186386" cy="142155"/>
              </a:xfrm>
              <a:custGeom>
                <a:avLst/>
                <a:gdLst/>
                <a:ahLst/>
                <a:cxnLst/>
                <a:rect l="l" t="t" r="r" b="b"/>
                <a:pathLst>
                  <a:path w="3034" h="2314" extrusionOk="0">
                    <a:moveTo>
                      <a:pt x="1549" y="1692"/>
                    </a:moveTo>
                    <a:cubicBezTo>
                      <a:pt x="1612" y="1762"/>
                      <a:pt x="1814" y="1957"/>
                      <a:pt x="1699" y="2285"/>
                    </a:cubicBezTo>
                    <a:lnTo>
                      <a:pt x="1532" y="2314"/>
                    </a:lnTo>
                    <a:cubicBezTo>
                      <a:pt x="1532" y="2314"/>
                      <a:pt x="1227" y="1934"/>
                      <a:pt x="927" y="2251"/>
                    </a:cubicBezTo>
                    <a:cubicBezTo>
                      <a:pt x="312" y="2314"/>
                      <a:pt x="1" y="1238"/>
                      <a:pt x="553" y="1059"/>
                    </a:cubicBezTo>
                    <a:cubicBezTo>
                      <a:pt x="645" y="294"/>
                      <a:pt x="1417" y="1"/>
                      <a:pt x="2165" y="81"/>
                    </a:cubicBezTo>
                    <a:cubicBezTo>
                      <a:pt x="2924" y="156"/>
                      <a:pt x="3034" y="1123"/>
                      <a:pt x="2677" y="1146"/>
                    </a:cubicBezTo>
                    <a:cubicBezTo>
                      <a:pt x="1497" y="1238"/>
                      <a:pt x="1382" y="1318"/>
                      <a:pt x="1549" y="1692"/>
                    </a:cubicBez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589;p39">
                <a:extLst>
                  <a:ext uri="{FF2B5EF4-FFF2-40B4-BE49-F238E27FC236}">
                    <a16:creationId xmlns:a16="http://schemas.microsoft.com/office/drawing/2014/main" id="{266E5072-E836-FABE-CC04-EEAC833BFBBC}"/>
                  </a:ext>
                </a:extLst>
              </p:cNvPr>
              <p:cNvSpPr/>
              <p:nvPr/>
            </p:nvSpPr>
            <p:spPr>
              <a:xfrm>
                <a:off x="6181568" y="3159921"/>
                <a:ext cx="258447" cy="444464"/>
              </a:xfrm>
              <a:custGeom>
                <a:avLst/>
                <a:gdLst/>
                <a:ahLst/>
                <a:cxnLst/>
                <a:rect l="l" t="t" r="r" b="b"/>
                <a:pathLst>
                  <a:path w="4207" h="7235" extrusionOk="0">
                    <a:moveTo>
                      <a:pt x="213" y="6987"/>
                    </a:moveTo>
                    <a:cubicBezTo>
                      <a:pt x="673" y="7234"/>
                      <a:pt x="4207" y="6653"/>
                      <a:pt x="4207" y="6653"/>
                    </a:cubicBezTo>
                    <a:cubicBezTo>
                      <a:pt x="4207" y="6653"/>
                      <a:pt x="4000" y="1675"/>
                      <a:pt x="2768" y="288"/>
                    </a:cubicBezTo>
                    <a:cubicBezTo>
                      <a:pt x="2354" y="559"/>
                      <a:pt x="2026" y="283"/>
                      <a:pt x="1611" y="1"/>
                    </a:cubicBezTo>
                    <a:cubicBezTo>
                      <a:pt x="783" y="340"/>
                      <a:pt x="345" y="1048"/>
                      <a:pt x="265" y="1549"/>
                    </a:cubicBezTo>
                    <a:cubicBezTo>
                      <a:pt x="0" y="3102"/>
                      <a:pt x="167" y="5399"/>
                      <a:pt x="213" y="698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90;p39">
                <a:extLst>
                  <a:ext uri="{FF2B5EF4-FFF2-40B4-BE49-F238E27FC236}">
                    <a16:creationId xmlns:a16="http://schemas.microsoft.com/office/drawing/2014/main" id="{DF71D7AA-7DFF-3A24-B526-2FB4B400C3CB}"/>
                  </a:ext>
                </a:extLst>
              </p:cNvPr>
              <p:cNvSpPr/>
              <p:nvPr/>
            </p:nvSpPr>
            <p:spPr>
              <a:xfrm>
                <a:off x="6181568" y="3201757"/>
                <a:ext cx="135459" cy="391448"/>
              </a:xfrm>
              <a:custGeom>
                <a:avLst/>
                <a:gdLst/>
                <a:ahLst/>
                <a:cxnLst/>
                <a:rect l="l" t="t" r="r" b="b"/>
                <a:pathLst>
                  <a:path w="2205" h="6372" extrusionOk="0">
                    <a:moveTo>
                      <a:pt x="1026" y="1"/>
                    </a:moveTo>
                    <a:cubicBezTo>
                      <a:pt x="964" y="1"/>
                      <a:pt x="885" y="127"/>
                      <a:pt x="831" y="127"/>
                    </a:cubicBezTo>
                    <a:cubicBezTo>
                      <a:pt x="822" y="127"/>
                      <a:pt x="813" y="123"/>
                      <a:pt x="806" y="114"/>
                    </a:cubicBezTo>
                    <a:cubicBezTo>
                      <a:pt x="460" y="448"/>
                      <a:pt x="317" y="557"/>
                      <a:pt x="265" y="868"/>
                    </a:cubicBezTo>
                    <a:cubicBezTo>
                      <a:pt x="0" y="2421"/>
                      <a:pt x="167" y="4718"/>
                      <a:pt x="213" y="6306"/>
                    </a:cubicBezTo>
                    <a:cubicBezTo>
                      <a:pt x="295" y="6347"/>
                      <a:pt x="516" y="6372"/>
                      <a:pt x="787" y="6372"/>
                    </a:cubicBezTo>
                    <a:cubicBezTo>
                      <a:pt x="971" y="6372"/>
                      <a:pt x="1179" y="6360"/>
                      <a:pt x="1381" y="6335"/>
                    </a:cubicBezTo>
                    <a:cubicBezTo>
                      <a:pt x="1191" y="5529"/>
                      <a:pt x="1047" y="4269"/>
                      <a:pt x="1209" y="3383"/>
                    </a:cubicBezTo>
                    <a:cubicBezTo>
                      <a:pt x="1399" y="2329"/>
                      <a:pt x="2204" y="804"/>
                      <a:pt x="1053" y="10"/>
                    </a:cubicBezTo>
                    <a:cubicBezTo>
                      <a:pt x="1045" y="4"/>
                      <a:pt x="1036" y="1"/>
                      <a:pt x="1026" y="1"/>
                    </a:cubicBez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591;p39">
                <a:extLst>
                  <a:ext uri="{FF2B5EF4-FFF2-40B4-BE49-F238E27FC236}">
                    <a16:creationId xmlns:a16="http://schemas.microsoft.com/office/drawing/2014/main" id="{D76EAFBB-9660-3867-7E63-F00D27745A18}"/>
                  </a:ext>
                </a:extLst>
              </p:cNvPr>
              <p:cNvSpPr/>
              <p:nvPr/>
            </p:nvSpPr>
            <p:spPr>
              <a:xfrm>
                <a:off x="6381288" y="4099598"/>
                <a:ext cx="142892" cy="55965"/>
              </a:xfrm>
              <a:custGeom>
                <a:avLst/>
                <a:gdLst/>
                <a:ahLst/>
                <a:cxnLst/>
                <a:rect l="l" t="t" r="r" b="b"/>
                <a:pathLst>
                  <a:path w="2326" h="911" extrusionOk="0">
                    <a:moveTo>
                      <a:pt x="81" y="1"/>
                    </a:moveTo>
                    <a:cubicBezTo>
                      <a:pt x="81" y="1"/>
                      <a:pt x="1" y="525"/>
                      <a:pt x="1" y="818"/>
                    </a:cubicBezTo>
                    <a:lnTo>
                      <a:pt x="1244" y="910"/>
                    </a:lnTo>
                    <a:lnTo>
                      <a:pt x="2285" y="784"/>
                    </a:lnTo>
                    <a:cubicBezTo>
                      <a:pt x="2285" y="784"/>
                      <a:pt x="2326" y="329"/>
                      <a:pt x="1727" y="358"/>
                    </a:cubicBezTo>
                    <a:cubicBezTo>
                      <a:pt x="933" y="404"/>
                      <a:pt x="835" y="53"/>
                      <a:pt x="835" y="5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592;p39">
                <a:extLst>
                  <a:ext uri="{FF2B5EF4-FFF2-40B4-BE49-F238E27FC236}">
                    <a16:creationId xmlns:a16="http://schemas.microsoft.com/office/drawing/2014/main" id="{106423B7-4D1A-D5D1-3D36-2596D9EE431B}"/>
                  </a:ext>
                </a:extLst>
              </p:cNvPr>
              <p:cNvSpPr/>
              <p:nvPr/>
            </p:nvSpPr>
            <p:spPr>
              <a:xfrm>
                <a:off x="6128490" y="3271667"/>
                <a:ext cx="110026" cy="379407"/>
              </a:xfrm>
              <a:custGeom>
                <a:avLst/>
                <a:gdLst/>
                <a:ahLst/>
                <a:cxnLst/>
                <a:rect l="l" t="t" r="r" b="b"/>
                <a:pathLst>
                  <a:path w="1791" h="6176" extrusionOk="0">
                    <a:moveTo>
                      <a:pt x="358" y="5266"/>
                    </a:moveTo>
                    <a:cubicBezTo>
                      <a:pt x="369" y="5208"/>
                      <a:pt x="358" y="5133"/>
                      <a:pt x="346" y="5053"/>
                    </a:cubicBezTo>
                    <a:lnTo>
                      <a:pt x="346" y="5053"/>
                    </a:lnTo>
                    <a:cubicBezTo>
                      <a:pt x="317" y="4909"/>
                      <a:pt x="312" y="4771"/>
                      <a:pt x="312" y="4771"/>
                    </a:cubicBezTo>
                    <a:cubicBezTo>
                      <a:pt x="225" y="4029"/>
                      <a:pt x="1" y="2083"/>
                      <a:pt x="30" y="1767"/>
                    </a:cubicBezTo>
                    <a:cubicBezTo>
                      <a:pt x="47" y="1525"/>
                      <a:pt x="479" y="691"/>
                      <a:pt x="858" y="0"/>
                    </a:cubicBezTo>
                    <a:cubicBezTo>
                      <a:pt x="1163" y="340"/>
                      <a:pt x="1503" y="656"/>
                      <a:pt x="1750" y="1053"/>
                    </a:cubicBezTo>
                    <a:lnTo>
                      <a:pt x="1791" y="1117"/>
                    </a:lnTo>
                    <a:lnTo>
                      <a:pt x="1008" y="2014"/>
                    </a:lnTo>
                    <a:lnTo>
                      <a:pt x="858" y="4995"/>
                    </a:lnTo>
                    <a:cubicBezTo>
                      <a:pt x="870" y="5030"/>
                      <a:pt x="887" y="5064"/>
                      <a:pt x="904" y="5082"/>
                    </a:cubicBezTo>
                    <a:cubicBezTo>
                      <a:pt x="1066" y="5226"/>
                      <a:pt x="1158" y="5496"/>
                      <a:pt x="1163" y="5651"/>
                    </a:cubicBezTo>
                    <a:cubicBezTo>
                      <a:pt x="1163" y="5715"/>
                      <a:pt x="1025" y="5640"/>
                      <a:pt x="985" y="5600"/>
                    </a:cubicBezTo>
                    <a:cubicBezTo>
                      <a:pt x="979" y="5669"/>
                      <a:pt x="1094" y="6002"/>
                      <a:pt x="1094" y="6037"/>
                    </a:cubicBezTo>
                    <a:cubicBezTo>
                      <a:pt x="1089" y="6112"/>
                      <a:pt x="1037" y="6169"/>
                      <a:pt x="968" y="6169"/>
                    </a:cubicBezTo>
                    <a:cubicBezTo>
                      <a:pt x="737" y="6175"/>
                      <a:pt x="461" y="5997"/>
                      <a:pt x="415" y="5864"/>
                    </a:cubicBezTo>
                    <a:cubicBezTo>
                      <a:pt x="375" y="5766"/>
                      <a:pt x="317" y="5536"/>
                      <a:pt x="358" y="5266"/>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593;p39">
                <a:extLst>
                  <a:ext uri="{FF2B5EF4-FFF2-40B4-BE49-F238E27FC236}">
                    <a16:creationId xmlns:a16="http://schemas.microsoft.com/office/drawing/2014/main" id="{014C5529-9BF9-935F-8D4A-B285A2AD8D1F}"/>
                  </a:ext>
                </a:extLst>
              </p:cNvPr>
              <p:cNvSpPr/>
              <p:nvPr/>
            </p:nvSpPr>
            <p:spPr>
              <a:xfrm>
                <a:off x="6162462" y="3271667"/>
                <a:ext cx="76422" cy="281115"/>
              </a:xfrm>
              <a:custGeom>
                <a:avLst/>
                <a:gdLst/>
                <a:ahLst/>
                <a:cxnLst/>
                <a:rect l="l" t="t" r="r" b="b"/>
                <a:pathLst>
                  <a:path w="1244" h="4576" extrusionOk="0">
                    <a:moveTo>
                      <a:pt x="323" y="4575"/>
                    </a:moveTo>
                    <a:cubicBezTo>
                      <a:pt x="288" y="4403"/>
                      <a:pt x="213" y="2895"/>
                      <a:pt x="150" y="2360"/>
                    </a:cubicBezTo>
                    <a:cubicBezTo>
                      <a:pt x="81" y="1784"/>
                      <a:pt x="121" y="1456"/>
                      <a:pt x="144" y="915"/>
                    </a:cubicBezTo>
                    <a:cubicBezTo>
                      <a:pt x="150" y="777"/>
                      <a:pt x="69" y="662"/>
                      <a:pt x="0" y="576"/>
                    </a:cubicBezTo>
                    <a:cubicBezTo>
                      <a:pt x="104" y="380"/>
                      <a:pt x="208" y="190"/>
                      <a:pt x="311" y="0"/>
                    </a:cubicBezTo>
                    <a:cubicBezTo>
                      <a:pt x="616" y="340"/>
                      <a:pt x="956" y="656"/>
                      <a:pt x="1203" y="1053"/>
                    </a:cubicBezTo>
                    <a:lnTo>
                      <a:pt x="1243" y="1117"/>
                    </a:lnTo>
                    <a:lnTo>
                      <a:pt x="461" y="2014"/>
                    </a:lnTo>
                    <a:close/>
                  </a:path>
                </a:pathLst>
              </a:custGeom>
              <a:solidFill>
                <a:srgbClr val="0C343D">
                  <a:alpha val="33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594;p39">
                <a:extLst>
                  <a:ext uri="{FF2B5EF4-FFF2-40B4-BE49-F238E27FC236}">
                    <a16:creationId xmlns:a16="http://schemas.microsoft.com/office/drawing/2014/main" id="{0F890477-2DAF-6899-76B8-B95472FE6A6D}"/>
                  </a:ext>
                </a:extLst>
              </p:cNvPr>
              <p:cNvSpPr/>
              <p:nvPr/>
            </p:nvSpPr>
            <p:spPr>
              <a:xfrm>
                <a:off x="6144770" y="3196719"/>
                <a:ext cx="162673" cy="177540"/>
              </a:xfrm>
              <a:custGeom>
                <a:avLst/>
                <a:gdLst/>
                <a:ahLst/>
                <a:cxnLst/>
                <a:rect l="l" t="t" r="r" b="b"/>
                <a:pathLst>
                  <a:path w="2648" h="2890" extrusionOk="0">
                    <a:moveTo>
                      <a:pt x="1785" y="40"/>
                    </a:moveTo>
                    <a:cubicBezTo>
                      <a:pt x="1129" y="0"/>
                      <a:pt x="824" y="489"/>
                      <a:pt x="1" y="1824"/>
                    </a:cubicBezTo>
                    <a:lnTo>
                      <a:pt x="1405" y="2889"/>
                    </a:lnTo>
                    <a:cubicBezTo>
                      <a:pt x="1405" y="2889"/>
                      <a:pt x="2596" y="1485"/>
                      <a:pt x="2619" y="921"/>
                    </a:cubicBezTo>
                    <a:cubicBezTo>
                      <a:pt x="2648" y="288"/>
                      <a:pt x="2164" y="63"/>
                      <a:pt x="1785" y="4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595;p39">
                <a:extLst>
                  <a:ext uri="{FF2B5EF4-FFF2-40B4-BE49-F238E27FC236}">
                    <a16:creationId xmlns:a16="http://schemas.microsoft.com/office/drawing/2014/main" id="{DEF49B42-5050-72E6-FC7A-767D0321D6A9}"/>
                  </a:ext>
                </a:extLst>
              </p:cNvPr>
              <p:cNvSpPr/>
              <p:nvPr/>
            </p:nvSpPr>
            <p:spPr>
              <a:xfrm>
                <a:off x="7545817" y="3489078"/>
                <a:ext cx="383646" cy="379407"/>
              </a:xfrm>
              <a:custGeom>
                <a:avLst/>
                <a:gdLst/>
                <a:ahLst/>
                <a:cxnLst/>
                <a:rect l="l" t="t" r="r" b="b"/>
                <a:pathLst>
                  <a:path w="6245" h="6176" extrusionOk="0">
                    <a:moveTo>
                      <a:pt x="5157" y="6175"/>
                    </a:moveTo>
                    <a:lnTo>
                      <a:pt x="6245" y="1865"/>
                    </a:lnTo>
                    <a:cubicBezTo>
                      <a:pt x="5221" y="1514"/>
                      <a:pt x="4352" y="858"/>
                      <a:pt x="3724" y="0"/>
                    </a:cubicBezTo>
                    <a:lnTo>
                      <a:pt x="1" y="2406"/>
                    </a:lnTo>
                    <a:cubicBezTo>
                      <a:pt x="1227" y="4184"/>
                      <a:pt x="3040" y="5537"/>
                      <a:pt x="5157" y="6175"/>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596;p39">
                <a:extLst>
                  <a:ext uri="{FF2B5EF4-FFF2-40B4-BE49-F238E27FC236}">
                    <a16:creationId xmlns:a16="http://schemas.microsoft.com/office/drawing/2014/main" id="{247DDE2E-BD1A-73F7-70FC-9CD8B6392771}"/>
                  </a:ext>
                </a:extLst>
              </p:cNvPr>
              <p:cNvSpPr/>
              <p:nvPr/>
            </p:nvSpPr>
            <p:spPr>
              <a:xfrm>
                <a:off x="7750881" y="2706669"/>
                <a:ext cx="876826" cy="693389"/>
              </a:xfrm>
              <a:custGeom>
                <a:avLst/>
                <a:gdLst/>
                <a:ahLst/>
                <a:cxnLst/>
                <a:rect l="l" t="t" r="r" b="b"/>
                <a:pathLst>
                  <a:path w="14273" h="11287" extrusionOk="0">
                    <a:moveTo>
                      <a:pt x="14273" y="9658"/>
                    </a:moveTo>
                    <a:cubicBezTo>
                      <a:pt x="14273" y="4334"/>
                      <a:pt x="9939" y="1"/>
                      <a:pt x="4610" y="1"/>
                    </a:cubicBezTo>
                    <a:cubicBezTo>
                      <a:pt x="2941" y="1"/>
                      <a:pt x="1365" y="421"/>
                      <a:pt x="1" y="1175"/>
                    </a:cubicBezTo>
                    <a:lnTo>
                      <a:pt x="2308" y="4967"/>
                    </a:lnTo>
                    <a:cubicBezTo>
                      <a:pt x="3005" y="4628"/>
                      <a:pt x="3782" y="4438"/>
                      <a:pt x="4610" y="4438"/>
                    </a:cubicBezTo>
                    <a:cubicBezTo>
                      <a:pt x="7494" y="4438"/>
                      <a:pt x="9830" y="6774"/>
                      <a:pt x="9830" y="9658"/>
                    </a:cubicBezTo>
                    <a:cubicBezTo>
                      <a:pt x="9830" y="9876"/>
                      <a:pt x="9818" y="10083"/>
                      <a:pt x="9795" y="10291"/>
                    </a:cubicBezTo>
                    <a:lnTo>
                      <a:pt x="14135" y="11286"/>
                    </a:lnTo>
                    <a:cubicBezTo>
                      <a:pt x="14221" y="10762"/>
                      <a:pt x="14273" y="10216"/>
                      <a:pt x="14273" y="9658"/>
                    </a:cubicBezTo>
                    <a:close/>
                  </a:path>
                </a:pathLst>
              </a:custGeom>
              <a:solidFill>
                <a:srgbClr val="D9EAD3">
                  <a:alpha val="421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597;p39">
                <a:extLst>
                  <a:ext uri="{FF2B5EF4-FFF2-40B4-BE49-F238E27FC236}">
                    <a16:creationId xmlns:a16="http://schemas.microsoft.com/office/drawing/2014/main" id="{F2CA3B09-04F0-8F89-0787-FF1A369BAFE2}"/>
                  </a:ext>
                </a:extLst>
              </p:cNvPr>
              <p:cNvSpPr/>
              <p:nvPr/>
            </p:nvSpPr>
            <p:spPr>
              <a:xfrm>
                <a:off x="7415025" y="2670608"/>
                <a:ext cx="1263974" cy="1263605"/>
              </a:xfrm>
              <a:custGeom>
                <a:avLst/>
                <a:gdLst/>
                <a:ahLst/>
                <a:cxnLst/>
                <a:rect l="l" t="t" r="r" b="b"/>
                <a:pathLst>
                  <a:path w="20575" h="20569" extrusionOk="0">
                    <a:moveTo>
                      <a:pt x="10285" y="2406"/>
                    </a:moveTo>
                    <a:cubicBezTo>
                      <a:pt x="5859" y="2406"/>
                      <a:pt x="2262" y="6003"/>
                      <a:pt x="2262" y="10429"/>
                    </a:cubicBezTo>
                    <a:cubicBezTo>
                      <a:pt x="2262" y="14848"/>
                      <a:pt x="5859" y="18445"/>
                      <a:pt x="10285" y="18445"/>
                    </a:cubicBezTo>
                    <a:cubicBezTo>
                      <a:pt x="14710" y="18445"/>
                      <a:pt x="18307" y="14848"/>
                      <a:pt x="18307" y="10429"/>
                    </a:cubicBezTo>
                    <a:cubicBezTo>
                      <a:pt x="18307" y="6003"/>
                      <a:pt x="14710" y="2406"/>
                      <a:pt x="10285" y="2406"/>
                    </a:cubicBezTo>
                    <a:close/>
                    <a:moveTo>
                      <a:pt x="10285" y="18347"/>
                    </a:moveTo>
                    <a:cubicBezTo>
                      <a:pt x="5917" y="18347"/>
                      <a:pt x="2366" y="14791"/>
                      <a:pt x="2366" y="10429"/>
                    </a:cubicBezTo>
                    <a:cubicBezTo>
                      <a:pt x="2366" y="6061"/>
                      <a:pt x="5917" y="2504"/>
                      <a:pt x="10285" y="2504"/>
                    </a:cubicBezTo>
                    <a:cubicBezTo>
                      <a:pt x="14652" y="2504"/>
                      <a:pt x="18203" y="6061"/>
                      <a:pt x="18203" y="10429"/>
                    </a:cubicBezTo>
                    <a:cubicBezTo>
                      <a:pt x="18203" y="14791"/>
                      <a:pt x="14652" y="18347"/>
                      <a:pt x="10285" y="18347"/>
                    </a:cubicBezTo>
                    <a:close/>
                    <a:moveTo>
                      <a:pt x="10388" y="1451"/>
                    </a:moveTo>
                    <a:lnTo>
                      <a:pt x="10192" y="1451"/>
                    </a:lnTo>
                    <a:lnTo>
                      <a:pt x="10192" y="1"/>
                    </a:lnTo>
                    <a:lnTo>
                      <a:pt x="10388" y="1"/>
                    </a:lnTo>
                    <a:close/>
                    <a:moveTo>
                      <a:pt x="10187" y="19124"/>
                    </a:moveTo>
                    <a:lnTo>
                      <a:pt x="10377" y="19124"/>
                    </a:lnTo>
                    <a:lnTo>
                      <a:pt x="10377" y="20569"/>
                    </a:lnTo>
                    <a:lnTo>
                      <a:pt x="10187" y="20569"/>
                    </a:lnTo>
                    <a:close/>
                    <a:moveTo>
                      <a:pt x="9416" y="1486"/>
                    </a:moveTo>
                    <a:lnTo>
                      <a:pt x="9283" y="47"/>
                    </a:lnTo>
                    <a:lnTo>
                      <a:pt x="9479" y="30"/>
                    </a:lnTo>
                    <a:lnTo>
                      <a:pt x="9611" y="1468"/>
                    </a:lnTo>
                    <a:close/>
                    <a:moveTo>
                      <a:pt x="11154" y="19078"/>
                    </a:moveTo>
                    <a:lnTo>
                      <a:pt x="11286" y="20517"/>
                    </a:lnTo>
                    <a:lnTo>
                      <a:pt x="11090" y="20534"/>
                    </a:lnTo>
                    <a:lnTo>
                      <a:pt x="10964" y="19095"/>
                    </a:lnTo>
                    <a:close/>
                    <a:moveTo>
                      <a:pt x="8650" y="1601"/>
                    </a:moveTo>
                    <a:lnTo>
                      <a:pt x="8403" y="174"/>
                    </a:lnTo>
                    <a:lnTo>
                      <a:pt x="8593" y="139"/>
                    </a:lnTo>
                    <a:lnTo>
                      <a:pt x="8846" y="1566"/>
                    </a:lnTo>
                    <a:close/>
                    <a:moveTo>
                      <a:pt x="11919" y="18975"/>
                    </a:moveTo>
                    <a:lnTo>
                      <a:pt x="12172" y="20396"/>
                    </a:lnTo>
                    <a:lnTo>
                      <a:pt x="11976" y="20431"/>
                    </a:lnTo>
                    <a:lnTo>
                      <a:pt x="11723" y="19009"/>
                    </a:lnTo>
                    <a:close/>
                    <a:moveTo>
                      <a:pt x="7902" y="1773"/>
                    </a:moveTo>
                    <a:lnTo>
                      <a:pt x="7528" y="375"/>
                    </a:lnTo>
                    <a:lnTo>
                      <a:pt x="7718" y="329"/>
                    </a:lnTo>
                    <a:lnTo>
                      <a:pt x="8092" y="1722"/>
                    </a:lnTo>
                    <a:close/>
                    <a:moveTo>
                      <a:pt x="12667" y="18802"/>
                    </a:moveTo>
                    <a:lnTo>
                      <a:pt x="13041" y="20195"/>
                    </a:lnTo>
                    <a:lnTo>
                      <a:pt x="12851" y="20246"/>
                    </a:lnTo>
                    <a:lnTo>
                      <a:pt x="12477" y="18848"/>
                    </a:lnTo>
                    <a:close/>
                    <a:moveTo>
                      <a:pt x="7171" y="2009"/>
                    </a:moveTo>
                    <a:lnTo>
                      <a:pt x="6676" y="651"/>
                    </a:lnTo>
                    <a:lnTo>
                      <a:pt x="6860" y="588"/>
                    </a:lnTo>
                    <a:lnTo>
                      <a:pt x="7355" y="1946"/>
                    </a:lnTo>
                    <a:close/>
                    <a:moveTo>
                      <a:pt x="13398" y="18555"/>
                    </a:moveTo>
                    <a:lnTo>
                      <a:pt x="13899" y="19913"/>
                    </a:lnTo>
                    <a:lnTo>
                      <a:pt x="13709" y="19982"/>
                    </a:lnTo>
                    <a:lnTo>
                      <a:pt x="13214" y="18618"/>
                    </a:lnTo>
                    <a:close/>
                    <a:moveTo>
                      <a:pt x="6458" y="2314"/>
                    </a:moveTo>
                    <a:lnTo>
                      <a:pt x="5848" y="1002"/>
                    </a:lnTo>
                    <a:lnTo>
                      <a:pt x="6026" y="916"/>
                    </a:lnTo>
                    <a:lnTo>
                      <a:pt x="6636" y="2228"/>
                    </a:lnTo>
                    <a:close/>
                    <a:moveTo>
                      <a:pt x="14112" y="18255"/>
                    </a:moveTo>
                    <a:lnTo>
                      <a:pt x="14722" y="19562"/>
                    </a:lnTo>
                    <a:lnTo>
                      <a:pt x="14543" y="19648"/>
                    </a:lnTo>
                    <a:lnTo>
                      <a:pt x="13933" y="18342"/>
                    </a:lnTo>
                    <a:close/>
                    <a:moveTo>
                      <a:pt x="5784" y="2677"/>
                    </a:moveTo>
                    <a:lnTo>
                      <a:pt x="5065" y="1428"/>
                    </a:lnTo>
                    <a:lnTo>
                      <a:pt x="5238" y="1325"/>
                    </a:lnTo>
                    <a:lnTo>
                      <a:pt x="5957" y="2579"/>
                    </a:lnTo>
                    <a:close/>
                    <a:moveTo>
                      <a:pt x="14791" y="17893"/>
                    </a:moveTo>
                    <a:lnTo>
                      <a:pt x="15510" y="19147"/>
                    </a:lnTo>
                    <a:lnTo>
                      <a:pt x="15332" y="19245"/>
                    </a:lnTo>
                    <a:lnTo>
                      <a:pt x="14612" y="17996"/>
                    </a:lnTo>
                    <a:close/>
                    <a:moveTo>
                      <a:pt x="5134" y="3103"/>
                    </a:moveTo>
                    <a:lnTo>
                      <a:pt x="4305" y="1923"/>
                    </a:lnTo>
                    <a:lnTo>
                      <a:pt x="4466" y="1808"/>
                    </a:lnTo>
                    <a:lnTo>
                      <a:pt x="5295" y="2988"/>
                    </a:lnTo>
                    <a:close/>
                    <a:moveTo>
                      <a:pt x="15435" y="17467"/>
                    </a:moveTo>
                    <a:lnTo>
                      <a:pt x="16264" y="18647"/>
                    </a:lnTo>
                    <a:lnTo>
                      <a:pt x="16103" y="18762"/>
                    </a:lnTo>
                    <a:lnTo>
                      <a:pt x="15280" y="17582"/>
                    </a:lnTo>
                    <a:close/>
                    <a:moveTo>
                      <a:pt x="4530" y="3580"/>
                    </a:moveTo>
                    <a:lnTo>
                      <a:pt x="3603" y="2470"/>
                    </a:lnTo>
                    <a:lnTo>
                      <a:pt x="3753" y="2343"/>
                    </a:lnTo>
                    <a:lnTo>
                      <a:pt x="4679" y="3448"/>
                    </a:lnTo>
                    <a:close/>
                    <a:moveTo>
                      <a:pt x="16039" y="16995"/>
                    </a:moveTo>
                    <a:lnTo>
                      <a:pt x="16966" y="18100"/>
                    </a:lnTo>
                    <a:lnTo>
                      <a:pt x="16816" y="18232"/>
                    </a:lnTo>
                    <a:lnTo>
                      <a:pt x="15890" y="17122"/>
                    </a:lnTo>
                    <a:close/>
                    <a:moveTo>
                      <a:pt x="3960" y="4104"/>
                    </a:moveTo>
                    <a:lnTo>
                      <a:pt x="2941" y="3080"/>
                    </a:lnTo>
                    <a:lnTo>
                      <a:pt x="3080" y="2947"/>
                    </a:lnTo>
                    <a:lnTo>
                      <a:pt x="4098" y="3966"/>
                    </a:lnTo>
                    <a:close/>
                    <a:moveTo>
                      <a:pt x="16609" y="16460"/>
                    </a:moveTo>
                    <a:lnTo>
                      <a:pt x="17628" y="17484"/>
                    </a:lnTo>
                    <a:lnTo>
                      <a:pt x="17495" y="17622"/>
                    </a:lnTo>
                    <a:lnTo>
                      <a:pt x="16471" y="16598"/>
                    </a:lnTo>
                    <a:close/>
                    <a:moveTo>
                      <a:pt x="3454" y="4680"/>
                    </a:moveTo>
                    <a:lnTo>
                      <a:pt x="2343" y="3753"/>
                    </a:lnTo>
                    <a:lnTo>
                      <a:pt x="2475" y="3598"/>
                    </a:lnTo>
                    <a:lnTo>
                      <a:pt x="3580" y="4530"/>
                    </a:lnTo>
                    <a:close/>
                    <a:moveTo>
                      <a:pt x="17121" y="15896"/>
                    </a:moveTo>
                    <a:lnTo>
                      <a:pt x="18226" y="16822"/>
                    </a:lnTo>
                    <a:lnTo>
                      <a:pt x="18100" y="16972"/>
                    </a:lnTo>
                    <a:lnTo>
                      <a:pt x="16989" y="16045"/>
                    </a:lnTo>
                    <a:close/>
                    <a:moveTo>
                      <a:pt x="2993" y="5295"/>
                    </a:moveTo>
                    <a:lnTo>
                      <a:pt x="1808" y="4472"/>
                    </a:lnTo>
                    <a:lnTo>
                      <a:pt x="1923" y="4311"/>
                    </a:lnTo>
                    <a:lnTo>
                      <a:pt x="3103" y="5140"/>
                    </a:lnTo>
                    <a:close/>
                    <a:moveTo>
                      <a:pt x="17582" y="15274"/>
                    </a:moveTo>
                    <a:lnTo>
                      <a:pt x="18761" y="16103"/>
                    </a:lnTo>
                    <a:lnTo>
                      <a:pt x="18646" y="16258"/>
                    </a:lnTo>
                    <a:lnTo>
                      <a:pt x="17467" y="15435"/>
                    </a:lnTo>
                    <a:close/>
                    <a:moveTo>
                      <a:pt x="2579" y="5951"/>
                    </a:moveTo>
                    <a:lnTo>
                      <a:pt x="1330" y="5232"/>
                    </a:lnTo>
                    <a:lnTo>
                      <a:pt x="1428" y="5059"/>
                    </a:lnTo>
                    <a:lnTo>
                      <a:pt x="2682" y="5779"/>
                    </a:lnTo>
                    <a:close/>
                    <a:moveTo>
                      <a:pt x="17990" y="14618"/>
                    </a:moveTo>
                    <a:lnTo>
                      <a:pt x="19239" y="15338"/>
                    </a:lnTo>
                    <a:lnTo>
                      <a:pt x="19141" y="15510"/>
                    </a:lnTo>
                    <a:lnTo>
                      <a:pt x="17887" y="14791"/>
                    </a:lnTo>
                    <a:close/>
                    <a:moveTo>
                      <a:pt x="2234" y="6636"/>
                    </a:moveTo>
                    <a:lnTo>
                      <a:pt x="927" y="6026"/>
                    </a:lnTo>
                    <a:lnTo>
                      <a:pt x="1014" y="5842"/>
                    </a:lnTo>
                    <a:lnTo>
                      <a:pt x="2320" y="6458"/>
                    </a:lnTo>
                    <a:close/>
                    <a:moveTo>
                      <a:pt x="18336" y="13928"/>
                    </a:moveTo>
                    <a:lnTo>
                      <a:pt x="19642" y="14543"/>
                    </a:lnTo>
                    <a:lnTo>
                      <a:pt x="19556" y="14722"/>
                    </a:lnTo>
                    <a:lnTo>
                      <a:pt x="18249" y="14112"/>
                    </a:lnTo>
                    <a:close/>
                    <a:moveTo>
                      <a:pt x="1946" y="7356"/>
                    </a:moveTo>
                    <a:lnTo>
                      <a:pt x="588" y="6861"/>
                    </a:lnTo>
                    <a:lnTo>
                      <a:pt x="651" y="6671"/>
                    </a:lnTo>
                    <a:lnTo>
                      <a:pt x="2015" y="7166"/>
                    </a:lnTo>
                    <a:close/>
                    <a:moveTo>
                      <a:pt x="18623" y="13220"/>
                    </a:moveTo>
                    <a:lnTo>
                      <a:pt x="19981" y="13715"/>
                    </a:lnTo>
                    <a:lnTo>
                      <a:pt x="19918" y="13899"/>
                    </a:lnTo>
                    <a:lnTo>
                      <a:pt x="18560" y="13404"/>
                    </a:lnTo>
                    <a:close/>
                    <a:moveTo>
                      <a:pt x="1727" y="8086"/>
                    </a:moveTo>
                    <a:lnTo>
                      <a:pt x="329" y="7712"/>
                    </a:lnTo>
                    <a:lnTo>
                      <a:pt x="381" y="7528"/>
                    </a:lnTo>
                    <a:lnTo>
                      <a:pt x="1773" y="7902"/>
                    </a:lnTo>
                    <a:close/>
                    <a:moveTo>
                      <a:pt x="18848" y="12477"/>
                    </a:moveTo>
                    <a:lnTo>
                      <a:pt x="20240" y="12851"/>
                    </a:lnTo>
                    <a:lnTo>
                      <a:pt x="20189" y="13036"/>
                    </a:lnTo>
                    <a:lnTo>
                      <a:pt x="18796" y="12662"/>
                    </a:lnTo>
                    <a:close/>
                    <a:moveTo>
                      <a:pt x="1566" y="8846"/>
                    </a:moveTo>
                    <a:lnTo>
                      <a:pt x="145" y="8599"/>
                    </a:lnTo>
                    <a:lnTo>
                      <a:pt x="179" y="8403"/>
                    </a:lnTo>
                    <a:lnTo>
                      <a:pt x="1601" y="8656"/>
                    </a:lnTo>
                    <a:close/>
                    <a:moveTo>
                      <a:pt x="19003" y="11724"/>
                    </a:moveTo>
                    <a:lnTo>
                      <a:pt x="20430" y="11971"/>
                    </a:lnTo>
                    <a:lnTo>
                      <a:pt x="20390" y="12167"/>
                    </a:lnTo>
                    <a:lnTo>
                      <a:pt x="18969" y="11913"/>
                    </a:lnTo>
                    <a:close/>
                    <a:moveTo>
                      <a:pt x="1474" y="9612"/>
                    </a:moveTo>
                    <a:lnTo>
                      <a:pt x="35" y="9485"/>
                    </a:lnTo>
                    <a:lnTo>
                      <a:pt x="47" y="9289"/>
                    </a:lnTo>
                    <a:lnTo>
                      <a:pt x="1485" y="9422"/>
                    </a:lnTo>
                    <a:close/>
                    <a:moveTo>
                      <a:pt x="19095" y="10958"/>
                    </a:moveTo>
                    <a:lnTo>
                      <a:pt x="20534" y="11085"/>
                    </a:lnTo>
                    <a:lnTo>
                      <a:pt x="20522" y="11280"/>
                    </a:lnTo>
                    <a:lnTo>
                      <a:pt x="19084" y="11154"/>
                    </a:lnTo>
                    <a:close/>
                    <a:moveTo>
                      <a:pt x="1445" y="10383"/>
                    </a:moveTo>
                    <a:lnTo>
                      <a:pt x="1" y="10383"/>
                    </a:lnTo>
                    <a:lnTo>
                      <a:pt x="1" y="10187"/>
                    </a:lnTo>
                    <a:lnTo>
                      <a:pt x="1445" y="10187"/>
                    </a:lnTo>
                    <a:close/>
                    <a:moveTo>
                      <a:pt x="20574" y="10187"/>
                    </a:moveTo>
                    <a:lnTo>
                      <a:pt x="20574" y="10383"/>
                    </a:lnTo>
                    <a:lnTo>
                      <a:pt x="19124" y="10383"/>
                    </a:lnTo>
                    <a:lnTo>
                      <a:pt x="19124" y="10187"/>
                    </a:lnTo>
                    <a:close/>
                    <a:moveTo>
                      <a:pt x="1485" y="11154"/>
                    </a:moveTo>
                    <a:lnTo>
                      <a:pt x="47" y="11280"/>
                    </a:lnTo>
                    <a:lnTo>
                      <a:pt x="35" y="11085"/>
                    </a:lnTo>
                    <a:lnTo>
                      <a:pt x="1474" y="10958"/>
                    </a:lnTo>
                    <a:close/>
                    <a:moveTo>
                      <a:pt x="19084" y="9422"/>
                    </a:moveTo>
                    <a:lnTo>
                      <a:pt x="20522" y="9289"/>
                    </a:lnTo>
                    <a:lnTo>
                      <a:pt x="20534" y="9485"/>
                    </a:lnTo>
                    <a:lnTo>
                      <a:pt x="19095" y="9612"/>
                    </a:lnTo>
                    <a:close/>
                    <a:moveTo>
                      <a:pt x="1595" y="11913"/>
                    </a:moveTo>
                    <a:lnTo>
                      <a:pt x="173" y="12167"/>
                    </a:lnTo>
                    <a:lnTo>
                      <a:pt x="133" y="11971"/>
                    </a:lnTo>
                    <a:lnTo>
                      <a:pt x="1560" y="11724"/>
                    </a:lnTo>
                    <a:close/>
                    <a:moveTo>
                      <a:pt x="18974" y="8650"/>
                    </a:moveTo>
                    <a:lnTo>
                      <a:pt x="20402" y="8397"/>
                    </a:lnTo>
                    <a:lnTo>
                      <a:pt x="20436" y="8593"/>
                    </a:lnTo>
                    <a:lnTo>
                      <a:pt x="19009" y="8846"/>
                    </a:lnTo>
                    <a:close/>
                    <a:moveTo>
                      <a:pt x="1773" y="12673"/>
                    </a:moveTo>
                    <a:lnTo>
                      <a:pt x="381" y="13047"/>
                    </a:lnTo>
                    <a:lnTo>
                      <a:pt x="329" y="12857"/>
                    </a:lnTo>
                    <a:lnTo>
                      <a:pt x="1727" y="12483"/>
                    </a:lnTo>
                    <a:close/>
                    <a:moveTo>
                      <a:pt x="18796" y="7902"/>
                    </a:moveTo>
                    <a:lnTo>
                      <a:pt x="20189" y="7528"/>
                    </a:lnTo>
                    <a:lnTo>
                      <a:pt x="20240" y="7712"/>
                    </a:lnTo>
                    <a:lnTo>
                      <a:pt x="18848" y="8086"/>
                    </a:lnTo>
                    <a:close/>
                    <a:moveTo>
                      <a:pt x="2015" y="13398"/>
                    </a:moveTo>
                    <a:lnTo>
                      <a:pt x="651" y="13893"/>
                    </a:lnTo>
                    <a:lnTo>
                      <a:pt x="588" y="13709"/>
                    </a:lnTo>
                    <a:lnTo>
                      <a:pt x="1946" y="13208"/>
                    </a:lnTo>
                    <a:close/>
                    <a:moveTo>
                      <a:pt x="18560" y="7166"/>
                    </a:moveTo>
                    <a:lnTo>
                      <a:pt x="19918" y="6671"/>
                    </a:lnTo>
                    <a:lnTo>
                      <a:pt x="19981" y="6861"/>
                    </a:lnTo>
                    <a:lnTo>
                      <a:pt x="18623" y="7356"/>
                    </a:lnTo>
                    <a:close/>
                    <a:moveTo>
                      <a:pt x="2314" y="14112"/>
                    </a:moveTo>
                    <a:lnTo>
                      <a:pt x="1008" y="14722"/>
                    </a:lnTo>
                    <a:lnTo>
                      <a:pt x="921" y="14543"/>
                    </a:lnTo>
                    <a:lnTo>
                      <a:pt x="2228" y="13928"/>
                    </a:lnTo>
                    <a:close/>
                    <a:moveTo>
                      <a:pt x="18255" y="6464"/>
                    </a:moveTo>
                    <a:lnTo>
                      <a:pt x="19567" y="5848"/>
                    </a:lnTo>
                    <a:lnTo>
                      <a:pt x="19653" y="6032"/>
                    </a:lnTo>
                    <a:lnTo>
                      <a:pt x="18341" y="6642"/>
                    </a:lnTo>
                    <a:close/>
                    <a:moveTo>
                      <a:pt x="2682" y="14791"/>
                    </a:moveTo>
                    <a:lnTo>
                      <a:pt x="1428" y="15510"/>
                    </a:lnTo>
                    <a:lnTo>
                      <a:pt x="1330" y="15338"/>
                    </a:lnTo>
                    <a:lnTo>
                      <a:pt x="2579" y="14618"/>
                    </a:lnTo>
                    <a:close/>
                    <a:moveTo>
                      <a:pt x="17887" y="5779"/>
                    </a:moveTo>
                    <a:lnTo>
                      <a:pt x="19141" y="5059"/>
                    </a:lnTo>
                    <a:lnTo>
                      <a:pt x="19239" y="5232"/>
                    </a:lnTo>
                    <a:lnTo>
                      <a:pt x="17990" y="5951"/>
                    </a:lnTo>
                    <a:close/>
                    <a:moveTo>
                      <a:pt x="3097" y="15435"/>
                    </a:moveTo>
                    <a:lnTo>
                      <a:pt x="1917" y="16258"/>
                    </a:lnTo>
                    <a:lnTo>
                      <a:pt x="1802" y="16103"/>
                    </a:lnTo>
                    <a:lnTo>
                      <a:pt x="2982" y="15274"/>
                    </a:lnTo>
                    <a:close/>
                    <a:moveTo>
                      <a:pt x="17472" y="5134"/>
                    </a:moveTo>
                    <a:lnTo>
                      <a:pt x="18652" y="4306"/>
                    </a:lnTo>
                    <a:lnTo>
                      <a:pt x="18767" y="4461"/>
                    </a:lnTo>
                    <a:lnTo>
                      <a:pt x="17587" y="5290"/>
                    </a:lnTo>
                    <a:close/>
                    <a:moveTo>
                      <a:pt x="3580" y="16045"/>
                    </a:moveTo>
                    <a:lnTo>
                      <a:pt x="2475" y="16972"/>
                    </a:lnTo>
                    <a:lnTo>
                      <a:pt x="2343" y="16822"/>
                    </a:lnTo>
                    <a:lnTo>
                      <a:pt x="3454" y="15896"/>
                    </a:lnTo>
                    <a:close/>
                    <a:moveTo>
                      <a:pt x="16989" y="4530"/>
                    </a:moveTo>
                    <a:lnTo>
                      <a:pt x="18100" y="3598"/>
                    </a:lnTo>
                    <a:lnTo>
                      <a:pt x="18226" y="3753"/>
                    </a:lnTo>
                    <a:lnTo>
                      <a:pt x="17121" y="4680"/>
                    </a:lnTo>
                    <a:close/>
                    <a:moveTo>
                      <a:pt x="4104" y="16604"/>
                    </a:moveTo>
                    <a:lnTo>
                      <a:pt x="3085" y="17628"/>
                    </a:lnTo>
                    <a:lnTo>
                      <a:pt x="2947" y="17490"/>
                    </a:lnTo>
                    <a:lnTo>
                      <a:pt x="3966" y="16471"/>
                    </a:lnTo>
                    <a:close/>
                    <a:moveTo>
                      <a:pt x="16465" y="3966"/>
                    </a:moveTo>
                    <a:lnTo>
                      <a:pt x="17484" y="2947"/>
                    </a:lnTo>
                    <a:lnTo>
                      <a:pt x="17622" y="3080"/>
                    </a:lnTo>
                    <a:lnTo>
                      <a:pt x="16603" y="4104"/>
                    </a:lnTo>
                    <a:close/>
                    <a:moveTo>
                      <a:pt x="4679" y="17116"/>
                    </a:moveTo>
                    <a:lnTo>
                      <a:pt x="3753" y="18226"/>
                    </a:lnTo>
                    <a:lnTo>
                      <a:pt x="3603" y="18094"/>
                    </a:lnTo>
                    <a:lnTo>
                      <a:pt x="4530" y="16989"/>
                    </a:lnTo>
                    <a:close/>
                    <a:moveTo>
                      <a:pt x="15890" y="3448"/>
                    </a:moveTo>
                    <a:lnTo>
                      <a:pt x="16816" y="2343"/>
                    </a:lnTo>
                    <a:lnTo>
                      <a:pt x="16966" y="2470"/>
                    </a:lnTo>
                    <a:lnTo>
                      <a:pt x="16039" y="3580"/>
                    </a:lnTo>
                    <a:close/>
                    <a:moveTo>
                      <a:pt x="5295" y="17582"/>
                    </a:moveTo>
                    <a:lnTo>
                      <a:pt x="4466" y="18762"/>
                    </a:lnTo>
                    <a:lnTo>
                      <a:pt x="4305" y="18647"/>
                    </a:lnTo>
                    <a:lnTo>
                      <a:pt x="5134" y="17467"/>
                    </a:lnTo>
                    <a:close/>
                    <a:moveTo>
                      <a:pt x="15280" y="2988"/>
                    </a:moveTo>
                    <a:lnTo>
                      <a:pt x="16103" y="1808"/>
                    </a:lnTo>
                    <a:lnTo>
                      <a:pt x="16264" y="1923"/>
                    </a:lnTo>
                    <a:lnTo>
                      <a:pt x="15435" y="3103"/>
                    </a:lnTo>
                    <a:close/>
                    <a:moveTo>
                      <a:pt x="5945" y="17985"/>
                    </a:moveTo>
                    <a:lnTo>
                      <a:pt x="5226" y="19239"/>
                    </a:lnTo>
                    <a:lnTo>
                      <a:pt x="5053" y="19136"/>
                    </a:lnTo>
                    <a:lnTo>
                      <a:pt x="5773" y="17887"/>
                    </a:lnTo>
                    <a:close/>
                    <a:moveTo>
                      <a:pt x="14624" y="2579"/>
                    </a:moveTo>
                    <a:lnTo>
                      <a:pt x="15343" y="1325"/>
                    </a:lnTo>
                    <a:lnTo>
                      <a:pt x="15516" y="1428"/>
                    </a:lnTo>
                    <a:lnTo>
                      <a:pt x="14796" y="2677"/>
                    </a:lnTo>
                    <a:close/>
                    <a:moveTo>
                      <a:pt x="6458" y="18255"/>
                    </a:moveTo>
                    <a:lnTo>
                      <a:pt x="6636" y="18342"/>
                    </a:lnTo>
                    <a:lnTo>
                      <a:pt x="6026" y="19648"/>
                    </a:lnTo>
                    <a:lnTo>
                      <a:pt x="5848" y="19562"/>
                    </a:lnTo>
                    <a:close/>
                    <a:moveTo>
                      <a:pt x="14112" y="2314"/>
                    </a:moveTo>
                    <a:lnTo>
                      <a:pt x="13933" y="2228"/>
                    </a:lnTo>
                    <a:lnTo>
                      <a:pt x="14543" y="916"/>
                    </a:lnTo>
                    <a:lnTo>
                      <a:pt x="14722" y="1002"/>
                    </a:lnTo>
                    <a:close/>
                    <a:moveTo>
                      <a:pt x="7171" y="18555"/>
                    </a:moveTo>
                    <a:lnTo>
                      <a:pt x="7355" y="18618"/>
                    </a:lnTo>
                    <a:lnTo>
                      <a:pt x="6860" y="19982"/>
                    </a:lnTo>
                    <a:lnTo>
                      <a:pt x="6676" y="19913"/>
                    </a:lnTo>
                    <a:close/>
                    <a:moveTo>
                      <a:pt x="13398" y="2009"/>
                    </a:moveTo>
                    <a:lnTo>
                      <a:pt x="13214" y="1946"/>
                    </a:lnTo>
                    <a:lnTo>
                      <a:pt x="13709" y="588"/>
                    </a:lnTo>
                    <a:lnTo>
                      <a:pt x="13899" y="651"/>
                    </a:lnTo>
                    <a:close/>
                    <a:moveTo>
                      <a:pt x="7902" y="18802"/>
                    </a:moveTo>
                    <a:lnTo>
                      <a:pt x="8092" y="18848"/>
                    </a:lnTo>
                    <a:lnTo>
                      <a:pt x="7718" y="20246"/>
                    </a:lnTo>
                    <a:lnTo>
                      <a:pt x="7528" y="20195"/>
                    </a:lnTo>
                    <a:close/>
                    <a:moveTo>
                      <a:pt x="12667" y="1773"/>
                    </a:moveTo>
                    <a:lnTo>
                      <a:pt x="12477" y="1722"/>
                    </a:lnTo>
                    <a:lnTo>
                      <a:pt x="12851" y="329"/>
                    </a:lnTo>
                    <a:lnTo>
                      <a:pt x="13041" y="375"/>
                    </a:lnTo>
                    <a:close/>
                    <a:moveTo>
                      <a:pt x="8650" y="18975"/>
                    </a:moveTo>
                    <a:lnTo>
                      <a:pt x="8846" y="19009"/>
                    </a:lnTo>
                    <a:lnTo>
                      <a:pt x="8593" y="20431"/>
                    </a:lnTo>
                    <a:lnTo>
                      <a:pt x="8403" y="20396"/>
                    </a:lnTo>
                    <a:close/>
                    <a:moveTo>
                      <a:pt x="11919" y="1601"/>
                    </a:moveTo>
                    <a:lnTo>
                      <a:pt x="11723" y="1566"/>
                    </a:lnTo>
                    <a:lnTo>
                      <a:pt x="11976" y="139"/>
                    </a:lnTo>
                    <a:lnTo>
                      <a:pt x="12172" y="174"/>
                    </a:lnTo>
                    <a:close/>
                    <a:moveTo>
                      <a:pt x="9416" y="19078"/>
                    </a:moveTo>
                    <a:lnTo>
                      <a:pt x="9611" y="19095"/>
                    </a:lnTo>
                    <a:lnTo>
                      <a:pt x="9479" y="20534"/>
                    </a:lnTo>
                    <a:lnTo>
                      <a:pt x="9283" y="20517"/>
                    </a:lnTo>
                    <a:close/>
                    <a:moveTo>
                      <a:pt x="11154" y="1486"/>
                    </a:moveTo>
                    <a:lnTo>
                      <a:pt x="10964" y="1468"/>
                    </a:lnTo>
                    <a:lnTo>
                      <a:pt x="11090" y="30"/>
                    </a:lnTo>
                    <a:lnTo>
                      <a:pt x="11286" y="4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1" name="Picture 20">
            <a:extLst>
              <a:ext uri="{FF2B5EF4-FFF2-40B4-BE49-F238E27FC236}">
                <a16:creationId xmlns:a16="http://schemas.microsoft.com/office/drawing/2014/main" id="{126A070C-0E97-BB7D-7DDD-4F3519A8EA4B}"/>
              </a:ext>
            </a:extLst>
          </p:cNvPr>
          <p:cNvPicPr>
            <a:picLocks noChangeAspect="1"/>
          </p:cNvPicPr>
          <p:nvPr/>
        </p:nvPicPr>
        <p:blipFill>
          <a:blip r:embed="rId2"/>
          <a:stretch>
            <a:fillRect/>
          </a:stretch>
        </p:blipFill>
        <p:spPr>
          <a:xfrm>
            <a:off x="557561" y="-134257"/>
            <a:ext cx="905398" cy="905398"/>
          </a:xfrm>
          <a:prstGeom prst="rect">
            <a:avLst/>
          </a:prstGeom>
        </p:spPr>
      </p:pic>
    </p:spTree>
    <p:extLst>
      <p:ext uri="{BB962C8B-B14F-4D97-AF65-F5344CB8AC3E}">
        <p14:creationId xmlns:p14="http://schemas.microsoft.com/office/powerpoint/2010/main" val="66788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CD81-18D0-DF4A-D6FC-C8F1FC8BBDBE}"/>
              </a:ext>
            </a:extLst>
          </p:cNvPr>
          <p:cNvSpPr>
            <a:spLocks noGrp="1"/>
          </p:cNvSpPr>
          <p:nvPr>
            <p:ph type="title"/>
          </p:nvPr>
        </p:nvSpPr>
        <p:spPr/>
        <p:txBody>
          <a:bodyPr/>
          <a:lstStyle/>
          <a:p>
            <a:pPr algn="ctr"/>
            <a:r>
              <a:rPr lang="vi-VN" dirty="0">
                <a:latin typeface="Segoe UI Semibold" panose="020B0702040204020203" pitchFamily="34" charset="0"/>
                <a:cs typeface="Segoe UI Semibold" panose="020B0702040204020203" pitchFamily="34" charset="0"/>
              </a:rPr>
              <a:t>Hướng phát triển</a:t>
            </a:r>
            <a:endParaRPr lang="en-US" dirty="0">
              <a:latin typeface="Segoe UI Semibold" panose="020B0702040204020203" pitchFamily="34" charset="0"/>
              <a:cs typeface="Segoe UI Semibold" panose="020B0702040204020203" pitchFamily="34" charset="0"/>
            </a:endParaRPr>
          </a:p>
        </p:txBody>
      </p:sp>
      <p:sp>
        <p:nvSpPr>
          <p:cNvPr id="3" name="Subtitle 2">
            <a:extLst>
              <a:ext uri="{FF2B5EF4-FFF2-40B4-BE49-F238E27FC236}">
                <a16:creationId xmlns:a16="http://schemas.microsoft.com/office/drawing/2014/main" id="{7FEAFD6A-8319-E917-7976-CDA489EB8C0E}"/>
              </a:ext>
            </a:extLst>
          </p:cNvPr>
          <p:cNvSpPr>
            <a:spLocks noGrp="1"/>
          </p:cNvSpPr>
          <p:nvPr>
            <p:ph type="subTitle" idx="1"/>
          </p:nvPr>
        </p:nvSpPr>
        <p:spPr>
          <a:xfrm>
            <a:off x="720000" y="1268824"/>
            <a:ext cx="7704000" cy="3087585"/>
          </a:xfrm>
        </p:spPr>
        <p:txBody>
          <a:bodyPr/>
          <a:lstStyle/>
          <a:p>
            <a:pPr marL="285750" lvl="0" indent="-285750" algn="just">
              <a:lnSpc>
                <a:spcPct val="200000"/>
              </a:lnSpc>
              <a:buFont typeface="Arial" panose="020B0604020202020204" pitchFamily="34" charset="0"/>
              <a:buChar char="•"/>
            </a:pPr>
            <a:r>
              <a:rPr lang="en-US" sz="1600" dirty="0" err="1">
                <a:effectLst/>
                <a:latin typeface="Segoe UI Variable Small" pitchFamily="2" charset="0"/>
                <a:ea typeface="Times New Roman" panose="02020603050405020304" pitchFamily="18" charset="0"/>
              </a:rPr>
              <a:t>Nâng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cao</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khả</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năng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xử</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lý</a:t>
            </a:r>
            <a:r>
              <a:rPr lang="en-US" sz="1600" dirty="0">
                <a:effectLst/>
                <a:latin typeface="Segoe UI Variable Small" pitchFamily="2" charset="0"/>
                <a:ea typeface="Times New Roman" panose="02020603050405020304" pitchFamily="18" charset="0"/>
              </a:rPr>
              <a:t> </a:t>
            </a:r>
            <a:r>
              <a:rPr lang="vi-VN" sz="1600" dirty="0">
                <a:effectLst/>
                <a:latin typeface="Segoe UI Variable Small" pitchFamily="2" charset="0"/>
                <a:ea typeface="Times New Roman" panose="02020603050405020304" pitchFamily="18" charset="0"/>
              </a:rPr>
              <a:t>NLP, thêm các tính năng ứng dụng NLP như tự động tóm tắt nội dung và tìm kiếm bằng ngữ nghĩa.</a:t>
            </a:r>
          </a:p>
          <a:p>
            <a:pPr marL="285750" lvl="0" indent="-285750" algn="just">
              <a:lnSpc>
                <a:spcPct val="200000"/>
              </a:lnSpc>
              <a:buFont typeface="Arial" panose="020B0604020202020204" pitchFamily="34" charset="0"/>
              <a:buChar char="•"/>
            </a:pPr>
            <a:r>
              <a:rPr lang="en-US" sz="1600" dirty="0" err="1">
                <a:effectLst/>
                <a:latin typeface="Segoe UI Variable Small" pitchFamily="2" charset="0"/>
                <a:ea typeface="Times New Roman" panose="02020603050405020304" pitchFamily="18" charset="0"/>
              </a:rPr>
              <a:t>Phát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triển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tính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năng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phân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tích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và</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gợi</a:t>
            </a:r>
            <a:r>
              <a:rPr lang="en-US" sz="1600" dirty="0">
                <a:effectLst/>
                <a:latin typeface="Segoe UI Variable Small" pitchFamily="2" charset="0"/>
                <a:ea typeface="Times New Roman" panose="02020603050405020304" pitchFamily="18" charset="0"/>
              </a:rPr>
              <a:t> ý </a:t>
            </a:r>
            <a:r>
              <a:rPr lang="en-US" sz="1600" dirty="0" err="1">
                <a:effectLst/>
                <a:latin typeface="Segoe UI Variable Small" pitchFamily="2" charset="0"/>
                <a:ea typeface="Times New Roman" panose="02020603050405020304" pitchFamily="18" charset="0"/>
              </a:rPr>
              <a:t>thông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minh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hỗ</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trợ</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người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dùng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tiếp</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cận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các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tài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liệu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liên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quan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nhanh</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hơn</a:t>
            </a:r>
            <a:r>
              <a:rPr lang="en-US" sz="1600" dirty="0">
                <a:effectLst/>
                <a:latin typeface="Segoe UI Variable Small" pitchFamily="2" charset="0"/>
                <a:ea typeface="Times New Roman" panose="02020603050405020304" pitchFamily="18" charset="0"/>
              </a:rPr>
              <a:t>.</a:t>
            </a:r>
            <a:endParaRPr lang="vi-VN" sz="1600" dirty="0">
              <a:latin typeface="Segoe UI Variable Small" pitchFamily="2" charset="0"/>
              <a:ea typeface="Times New Roman" panose="02020603050405020304" pitchFamily="18" charset="0"/>
            </a:endParaRPr>
          </a:p>
          <a:p>
            <a:pPr marL="285750" lvl="0" indent="-285750" algn="just">
              <a:lnSpc>
                <a:spcPct val="200000"/>
              </a:lnSpc>
              <a:buFont typeface="Arial" panose="020B0604020202020204" pitchFamily="34" charset="0"/>
              <a:buChar char="•"/>
            </a:pPr>
            <a:r>
              <a:rPr lang="en-US" sz="1600" dirty="0" err="1">
                <a:effectLst/>
                <a:latin typeface="Segoe UI Variable Small" pitchFamily="2" charset="0"/>
                <a:ea typeface="Times New Roman" panose="02020603050405020304" pitchFamily="18" charset="0"/>
              </a:rPr>
              <a:t>Tối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ưu</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giao</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diện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người</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dùng</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đặc</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biệt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là</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trên</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thiết</a:t>
            </a:r>
            <a:r>
              <a:rPr lang="en-US" sz="1600" dirty="0">
                <a:effectLst/>
                <a:latin typeface="Segoe UI Variable Small" pitchFamily="2" charset="0"/>
                <a:ea typeface="Times New Roman" panose="02020603050405020304" pitchFamily="18" charset="0"/>
              </a:rPr>
              <a:t> </a:t>
            </a:r>
            <a:r>
              <a:rPr lang="en-US" sz="1600" dirty="0" err="1">
                <a:effectLst/>
                <a:latin typeface="Segoe UI Variable Small" pitchFamily="2" charset="0"/>
                <a:ea typeface="Times New Roman" panose="02020603050405020304" pitchFamily="18" charset="0"/>
              </a:rPr>
              <a:t>bị</a:t>
            </a:r>
            <a:r>
              <a:rPr lang="en-US" sz="1600" dirty="0">
                <a:effectLst/>
                <a:latin typeface="Segoe UI Variable Small" pitchFamily="2" charset="0"/>
                <a:ea typeface="Times New Roman" panose="02020603050405020304" pitchFamily="18" charset="0"/>
              </a:rPr>
              <a:t> di </a:t>
            </a:r>
            <a:r>
              <a:rPr lang="en-US" sz="1600" dirty="0" err="1">
                <a:effectLst/>
                <a:latin typeface="Segoe UI Variable Small" pitchFamily="2" charset="0"/>
                <a:ea typeface="Times New Roman" panose="02020603050405020304" pitchFamily="18" charset="0"/>
              </a:rPr>
              <a:t>động</a:t>
            </a:r>
            <a:r>
              <a:rPr lang="vi-VN" sz="1600" dirty="0">
                <a:effectLst/>
                <a:latin typeface="Segoe UI Variable Small" pitchFamily="2" charset="0"/>
                <a:ea typeface="Times New Roman" panose="02020603050405020304" pitchFamily="18" charset="0"/>
              </a:rPr>
              <a:t> bao gồm Android và iOS.</a:t>
            </a:r>
            <a:endParaRPr lang="en-US" sz="1200" dirty="0">
              <a:latin typeface="Segoe UI Variable Small" pitchFamily="2" charset="0"/>
            </a:endParaRPr>
          </a:p>
        </p:txBody>
      </p:sp>
      <p:pic>
        <p:nvPicPr>
          <p:cNvPr id="4" name="Picture 3">
            <a:extLst>
              <a:ext uri="{FF2B5EF4-FFF2-40B4-BE49-F238E27FC236}">
                <a16:creationId xmlns:a16="http://schemas.microsoft.com/office/drawing/2014/main" id="{D952A8F5-9D5F-E3F8-C895-5AE11DDEC08B}"/>
              </a:ext>
            </a:extLst>
          </p:cNvPr>
          <p:cNvPicPr>
            <a:picLocks noChangeAspect="1"/>
          </p:cNvPicPr>
          <p:nvPr/>
        </p:nvPicPr>
        <p:blipFill>
          <a:blip r:embed="rId2"/>
          <a:stretch>
            <a:fillRect/>
          </a:stretch>
        </p:blipFill>
        <p:spPr>
          <a:xfrm>
            <a:off x="89210" y="-149125"/>
            <a:ext cx="905398" cy="905398"/>
          </a:xfrm>
          <a:prstGeom prst="rect">
            <a:avLst/>
          </a:prstGeom>
        </p:spPr>
      </p:pic>
    </p:spTree>
    <p:extLst>
      <p:ext uri="{BB962C8B-B14F-4D97-AF65-F5344CB8AC3E}">
        <p14:creationId xmlns:p14="http://schemas.microsoft.com/office/powerpoint/2010/main" val="385061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29C434-3C02-4410-1D69-D57A1C1EC882}"/>
              </a:ext>
            </a:extLst>
          </p:cNvPr>
          <p:cNvSpPr>
            <a:spLocks noGrp="1"/>
          </p:cNvSpPr>
          <p:nvPr>
            <p:ph type="subTitle" idx="1"/>
          </p:nvPr>
        </p:nvSpPr>
        <p:spPr>
          <a:xfrm>
            <a:off x="1284000" y="2839844"/>
            <a:ext cx="6576000" cy="616644"/>
          </a:xfrm>
        </p:spPr>
        <p:txBody>
          <a:bodyPr/>
          <a:lstStyle/>
          <a:p>
            <a:r>
              <a:rPr lang="vi-VN" sz="3600" dirty="0">
                <a:latin typeface="Segoe UI Semibold" panose="020B0702040204020203" pitchFamily="34" charset="0"/>
                <a:cs typeface="Segoe UI Semibold" panose="020B0702040204020203" pitchFamily="34" charset="0"/>
              </a:rPr>
              <a:t>Kết luận</a:t>
            </a:r>
            <a:endParaRPr lang="en-US" sz="3600" dirty="0">
              <a:latin typeface="Segoe UI Semibold" panose="020B0702040204020203" pitchFamily="34" charset="0"/>
              <a:cs typeface="Segoe UI Semibold" panose="020B0702040204020203" pitchFamily="34" charset="0"/>
            </a:endParaRPr>
          </a:p>
        </p:txBody>
      </p:sp>
      <p:sp>
        <p:nvSpPr>
          <p:cNvPr id="5" name="Title 2">
            <a:extLst>
              <a:ext uri="{FF2B5EF4-FFF2-40B4-BE49-F238E27FC236}">
                <a16:creationId xmlns:a16="http://schemas.microsoft.com/office/drawing/2014/main" id="{246CB988-AB7E-D6C2-9051-EBD06A96AF57}"/>
              </a:ext>
            </a:extLst>
          </p:cNvPr>
          <p:cNvSpPr txBox="1">
            <a:spLocks/>
          </p:cNvSpPr>
          <p:nvPr/>
        </p:nvSpPr>
        <p:spPr>
          <a:xfrm>
            <a:off x="1284000" y="1754172"/>
            <a:ext cx="1411800" cy="8997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Sora"/>
              <a:buNone/>
              <a:defRPr sz="6000" b="1" i="0" u="none" strike="noStrike" cap="none">
                <a:solidFill>
                  <a:schemeClr val="accent2"/>
                </a:solidFill>
                <a:latin typeface="Sora"/>
                <a:ea typeface="Sora"/>
                <a:cs typeface="Sora"/>
                <a:sym typeface="Sora"/>
              </a:defRPr>
            </a:lvl1pPr>
            <a:lvl2pPr marR="0" lvl="1"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2pPr>
            <a:lvl3pPr marR="0" lvl="2"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3pPr>
            <a:lvl4pPr marR="0" lvl="3"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4pPr>
            <a:lvl5pPr marR="0" lvl="4"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5pPr>
            <a:lvl6pPr marR="0" lvl="5"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6pPr>
            <a:lvl7pPr marR="0" lvl="6"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7pPr>
            <a:lvl8pPr marR="0" lvl="7"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8pPr>
            <a:lvl9pPr marR="0" lvl="8"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9pPr>
          </a:lstStyle>
          <a:p>
            <a:r>
              <a:rPr lang="vi-VN" dirty="0"/>
              <a:t>06</a:t>
            </a:r>
            <a:endParaRPr lang="en-US" dirty="0"/>
          </a:p>
        </p:txBody>
      </p:sp>
      <p:cxnSp>
        <p:nvCxnSpPr>
          <p:cNvPr id="7" name="Straight Connector 6">
            <a:extLst>
              <a:ext uri="{FF2B5EF4-FFF2-40B4-BE49-F238E27FC236}">
                <a16:creationId xmlns:a16="http://schemas.microsoft.com/office/drawing/2014/main" id="{0E24CBAB-E6A1-D907-68A3-15F2E904FCDE}"/>
              </a:ext>
            </a:extLst>
          </p:cNvPr>
          <p:cNvCxnSpPr/>
          <p:nvPr/>
        </p:nvCxnSpPr>
        <p:spPr>
          <a:xfrm>
            <a:off x="2695800" y="2639004"/>
            <a:ext cx="3345366"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15406AF-C8CE-5813-8987-27DFD2D1470E}"/>
              </a:ext>
            </a:extLst>
          </p:cNvPr>
          <p:cNvPicPr>
            <a:picLocks noChangeAspect="1"/>
          </p:cNvPicPr>
          <p:nvPr/>
        </p:nvPicPr>
        <p:blipFill>
          <a:blip r:embed="rId2"/>
          <a:stretch>
            <a:fillRect/>
          </a:stretch>
        </p:blipFill>
        <p:spPr>
          <a:xfrm>
            <a:off x="587298" y="-126822"/>
            <a:ext cx="905398" cy="905398"/>
          </a:xfrm>
          <a:prstGeom prst="rect">
            <a:avLst/>
          </a:prstGeom>
        </p:spPr>
      </p:pic>
    </p:spTree>
    <p:extLst>
      <p:ext uri="{BB962C8B-B14F-4D97-AF65-F5344CB8AC3E}">
        <p14:creationId xmlns:p14="http://schemas.microsoft.com/office/powerpoint/2010/main" val="281734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E01DAE-ACDB-BDF0-08ED-A93B348689A2}"/>
              </a:ext>
            </a:extLst>
          </p:cNvPr>
          <p:cNvSpPr/>
          <p:nvPr/>
        </p:nvSpPr>
        <p:spPr>
          <a:xfrm>
            <a:off x="846083" y="2772008"/>
            <a:ext cx="7926210" cy="159927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solidFill>
              </a:ln>
              <a:noFill/>
            </a:endParaRPr>
          </a:p>
        </p:txBody>
      </p:sp>
      <p:sp>
        <p:nvSpPr>
          <p:cNvPr id="2" name="Title 1">
            <a:extLst>
              <a:ext uri="{FF2B5EF4-FFF2-40B4-BE49-F238E27FC236}">
                <a16:creationId xmlns:a16="http://schemas.microsoft.com/office/drawing/2014/main" id="{AC65A7F2-F3E6-C7C4-5BB8-0615E9693105}"/>
              </a:ext>
            </a:extLst>
          </p:cNvPr>
          <p:cNvSpPr>
            <a:spLocks noGrp="1"/>
          </p:cNvSpPr>
          <p:nvPr>
            <p:ph type="title"/>
          </p:nvPr>
        </p:nvSpPr>
        <p:spPr>
          <a:xfrm>
            <a:off x="838650" y="1457094"/>
            <a:ext cx="7101018" cy="777771"/>
          </a:xfrm>
        </p:spPr>
        <p:txBody>
          <a:bodyPr/>
          <a:lstStyle/>
          <a:p>
            <a:pPr algn="l"/>
            <a:r>
              <a:rPr lang="vi-VN" sz="1800" b="0" dirty="0">
                <a:effectLst/>
                <a:latin typeface="Segoe UI Variable Small" pitchFamily="2" charset="0"/>
                <a:ea typeface="Times New Roman" panose="02020603050405020304" pitchFamily="18" charset="0"/>
              </a:rPr>
              <a:t>Là n</a:t>
            </a:r>
            <a:r>
              <a:rPr lang="en-US" sz="1800" b="0" dirty="0" err="1">
                <a:effectLst/>
                <a:latin typeface="Segoe UI Variable Small" pitchFamily="2" charset="0"/>
                <a:ea typeface="Times New Roman" panose="02020603050405020304" pitchFamily="18" charset="0"/>
              </a:rPr>
              <a:t>ền</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tảng</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quan</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trọng</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cho</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việc</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ứng</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dụng</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công</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nghệ</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thông</a:t>
            </a:r>
            <a:r>
              <a:rPr lang="en-US" sz="1800" b="0" dirty="0">
                <a:effectLst/>
                <a:latin typeface="Segoe UI Variable Small" pitchFamily="2" charset="0"/>
                <a:ea typeface="Times New Roman" panose="02020603050405020304" pitchFamily="18" charset="0"/>
              </a:rPr>
              <a:t> tin </a:t>
            </a:r>
            <a:r>
              <a:rPr lang="en-US" sz="1800" b="0" dirty="0" err="1">
                <a:effectLst/>
                <a:latin typeface="Segoe UI Variable Small" pitchFamily="2" charset="0"/>
                <a:ea typeface="Times New Roman" panose="02020603050405020304" pitchFamily="18" charset="0"/>
              </a:rPr>
              <a:t>vào</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quản</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trị</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tài</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liệu</a:t>
            </a:r>
            <a:r>
              <a:rPr lang="en-US" sz="1800" b="0" dirty="0">
                <a:effectLst/>
                <a:latin typeface="Segoe UI Variable Small" pitchFamily="2" charset="0"/>
                <a:ea typeface="Times New Roman" panose="02020603050405020304" pitchFamily="18" charset="0"/>
              </a:rPr>
              <a:t> </a:t>
            </a:r>
            <a:r>
              <a:rPr lang="en-US" sz="1800" b="0" dirty="0" err="1">
                <a:effectLst/>
                <a:latin typeface="Segoe UI Variable Small" pitchFamily="2" charset="0"/>
                <a:ea typeface="Times New Roman" panose="02020603050405020304" pitchFamily="18" charset="0"/>
              </a:rPr>
              <a:t>số</a:t>
            </a:r>
            <a:endParaRPr lang="en-US" sz="5400" b="0" dirty="0">
              <a:latin typeface="Segoe UI Variable Small" pitchFamily="2" charset="0"/>
            </a:endParaRPr>
          </a:p>
        </p:txBody>
      </p:sp>
      <p:sp>
        <p:nvSpPr>
          <p:cNvPr id="3" name="Title 2">
            <a:extLst>
              <a:ext uri="{FF2B5EF4-FFF2-40B4-BE49-F238E27FC236}">
                <a16:creationId xmlns:a16="http://schemas.microsoft.com/office/drawing/2014/main" id="{DCAF4254-9EAC-29B9-AC3D-0E2DE02347B2}"/>
              </a:ext>
            </a:extLst>
          </p:cNvPr>
          <p:cNvSpPr txBox="1">
            <a:spLocks/>
          </p:cNvSpPr>
          <p:nvPr/>
        </p:nvSpPr>
        <p:spPr>
          <a:xfrm>
            <a:off x="838650" y="631901"/>
            <a:ext cx="2224218" cy="716933"/>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Sora"/>
              <a:buNone/>
              <a:defRPr sz="6000" b="1" i="0" u="none" strike="noStrike" cap="none">
                <a:solidFill>
                  <a:schemeClr val="accent2"/>
                </a:solidFill>
                <a:latin typeface="Sora"/>
                <a:ea typeface="Sora"/>
                <a:cs typeface="Sora"/>
                <a:sym typeface="Sora"/>
              </a:defRPr>
            </a:lvl1pPr>
            <a:lvl2pPr marR="0" lvl="1"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2pPr>
            <a:lvl3pPr marR="0" lvl="2"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3pPr>
            <a:lvl4pPr marR="0" lvl="3"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4pPr>
            <a:lvl5pPr marR="0" lvl="4"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5pPr>
            <a:lvl6pPr marR="0" lvl="5"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6pPr>
            <a:lvl7pPr marR="0" lvl="6"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7pPr>
            <a:lvl8pPr marR="0" lvl="7"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8pPr>
            <a:lvl9pPr marR="0" lvl="8" algn="ctr" rtl="0">
              <a:lnSpc>
                <a:spcPct val="100000"/>
              </a:lnSpc>
              <a:spcBef>
                <a:spcPts val="0"/>
              </a:spcBef>
              <a:spcAft>
                <a:spcPts val="0"/>
              </a:spcAft>
              <a:buClr>
                <a:schemeClr val="dk1"/>
              </a:buClr>
              <a:buSzPts val="6000"/>
              <a:buFont typeface="Sora"/>
              <a:buNone/>
              <a:defRPr sz="6000" b="1" i="0" u="none" strike="noStrike" cap="none">
                <a:solidFill>
                  <a:schemeClr val="dk1"/>
                </a:solidFill>
                <a:latin typeface="Sora"/>
                <a:ea typeface="Sora"/>
                <a:cs typeface="Sora"/>
                <a:sym typeface="Sora"/>
              </a:defRPr>
            </a:lvl9pPr>
          </a:lstStyle>
          <a:p>
            <a:r>
              <a:rPr lang="vi-VN" sz="3600" dirty="0">
                <a:latin typeface="Segoe UI Variable Small" pitchFamily="2" charset="0"/>
              </a:rPr>
              <a:t>Kết luận</a:t>
            </a:r>
            <a:endParaRPr lang="en-US" sz="3600" dirty="0">
              <a:latin typeface="Segoe UI Variable Small" pitchFamily="2" charset="0"/>
            </a:endParaRPr>
          </a:p>
        </p:txBody>
      </p:sp>
      <p:sp>
        <p:nvSpPr>
          <p:cNvPr id="6" name="Title 1">
            <a:extLst>
              <a:ext uri="{FF2B5EF4-FFF2-40B4-BE49-F238E27FC236}">
                <a16:creationId xmlns:a16="http://schemas.microsoft.com/office/drawing/2014/main" id="{CA92A56F-A7E4-E671-47B9-97949625B5D5}"/>
              </a:ext>
            </a:extLst>
          </p:cNvPr>
          <p:cNvSpPr txBox="1">
            <a:spLocks/>
          </p:cNvSpPr>
          <p:nvPr/>
        </p:nvSpPr>
        <p:spPr>
          <a:xfrm>
            <a:off x="838650" y="2908636"/>
            <a:ext cx="7101018" cy="135438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15000"/>
              </a:lnSpc>
              <a:spcBef>
                <a:spcPts val="0"/>
              </a:spcBef>
              <a:spcAft>
                <a:spcPts val="0"/>
              </a:spcAft>
              <a:buClr>
                <a:schemeClr val="dk1"/>
              </a:buClr>
              <a:buSzPts val="4800"/>
              <a:buFont typeface="Sora"/>
              <a:buNone/>
              <a:defRPr sz="6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4800"/>
              <a:buFont typeface="Sora"/>
              <a:buNone/>
              <a:defRPr sz="4800" b="1" i="0" u="none" strike="noStrike" cap="none">
                <a:solidFill>
                  <a:schemeClr val="dk1"/>
                </a:solidFill>
                <a:latin typeface="Sora"/>
                <a:ea typeface="Sora"/>
                <a:cs typeface="Sora"/>
                <a:sym typeface="Sora"/>
              </a:defRPr>
            </a:lvl9pPr>
          </a:lstStyle>
          <a:p>
            <a:pPr algn="l"/>
            <a:r>
              <a:rPr lang="vi-VN" sz="1600" b="0" dirty="0">
                <a:latin typeface="Segoe UI Variable Small" pitchFamily="2" charset="0"/>
                <a:ea typeface="Times New Roman" panose="02020603050405020304" pitchFamily="18" charset="0"/>
              </a:rPr>
              <a:t>T</a:t>
            </a:r>
            <a:r>
              <a:rPr lang="en-US" sz="1600" b="0" dirty="0" err="1">
                <a:effectLst/>
                <a:latin typeface="Segoe UI Variable Small" pitchFamily="2" charset="0"/>
                <a:ea typeface="Times New Roman" panose="02020603050405020304" pitchFamily="18" charset="0"/>
              </a:rPr>
              <a:t>ập</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trung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nâng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cao</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trải</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nghiệm</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người</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dùng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bằng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cách</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tích</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hợp</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trí</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tuệ</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nhân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tạo</a:t>
            </a:r>
            <a:r>
              <a:rPr lang="en-US" sz="1600" b="0" dirty="0">
                <a:effectLst/>
                <a:latin typeface="Segoe UI Variable Small" pitchFamily="2" charset="0"/>
                <a:ea typeface="Times New Roman" panose="02020603050405020304" pitchFamily="18" charset="0"/>
              </a:rPr>
              <a:t> (AI)</a:t>
            </a:r>
            <a:endParaRPr lang="vi-VN" sz="1600" b="0" dirty="0">
              <a:effectLst/>
              <a:latin typeface="Segoe UI Variable Small" pitchFamily="2" charset="0"/>
              <a:ea typeface="Times New Roman" panose="02020603050405020304" pitchFamily="18" charset="0"/>
            </a:endParaRPr>
          </a:p>
          <a:p>
            <a:pPr algn="l"/>
            <a:r>
              <a:rPr lang="en-US" sz="1600" b="0" dirty="0" err="1">
                <a:effectLst/>
                <a:latin typeface="Segoe UI Variable Small" pitchFamily="2" charset="0"/>
                <a:ea typeface="Times New Roman" panose="02020603050405020304" pitchFamily="18" charset="0"/>
              </a:rPr>
              <a:t>phân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tích</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dữ</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liệu</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chuyên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sâu</a:t>
            </a:r>
            <a:endParaRPr lang="vi-VN" sz="1600" b="0" dirty="0">
              <a:effectLst/>
              <a:latin typeface="Segoe UI Variable Small" pitchFamily="2" charset="0"/>
              <a:ea typeface="Times New Roman" panose="02020603050405020304" pitchFamily="18" charset="0"/>
            </a:endParaRPr>
          </a:p>
          <a:p>
            <a:pPr algn="l"/>
            <a:r>
              <a:rPr lang="en-US" sz="1600" b="0" dirty="0" err="1">
                <a:effectLst/>
                <a:latin typeface="Segoe UI Variable Small" pitchFamily="2" charset="0"/>
                <a:ea typeface="Times New Roman" panose="02020603050405020304" pitchFamily="18" charset="0"/>
              </a:rPr>
              <a:t>phát</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triển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ứng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dụng</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trên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các</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nền</a:t>
            </a:r>
            <a:r>
              <a:rPr lang="en-US" sz="1600" b="0" dirty="0">
                <a:effectLst/>
                <a:latin typeface="Segoe UI Variable Small" pitchFamily="2" charset="0"/>
                <a:ea typeface="Times New Roman" panose="02020603050405020304" pitchFamily="18" charset="0"/>
              </a:rPr>
              <a:t> </a:t>
            </a:r>
            <a:r>
              <a:rPr lang="en-US" sz="1600" b="0" dirty="0" err="1">
                <a:effectLst/>
                <a:latin typeface="Segoe UI Variable Small" pitchFamily="2" charset="0"/>
                <a:ea typeface="Times New Roman" panose="02020603050405020304" pitchFamily="18" charset="0"/>
              </a:rPr>
              <a:t>tảng</a:t>
            </a:r>
            <a:r>
              <a:rPr lang="en-US" sz="1600" b="0" dirty="0">
                <a:effectLst/>
                <a:latin typeface="Segoe UI Variable Small" pitchFamily="2" charset="0"/>
                <a:ea typeface="Times New Roman" panose="02020603050405020304" pitchFamily="18" charset="0"/>
              </a:rPr>
              <a:t> di </a:t>
            </a:r>
            <a:r>
              <a:rPr lang="en-US" sz="1600" b="0" dirty="0" err="1">
                <a:effectLst/>
                <a:latin typeface="Segoe UI Variable Small" pitchFamily="2" charset="0"/>
                <a:ea typeface="Times New Roman" panose="02020603050405020304" pitchFamily="18" charset="0"/>
              </a:rPr>
              <a:t>động</a:t>
            </a:r>
            <a:r>
              <a:rPr lang="en-US" sz="1600" b="0" dirty="0">
                <a:effectLst/>
                <a:latin typeface="Segoe UI Variable Small" pitchFamily="2" charset="0"/>
                <a:ea typeface="Times New Roman" panose="02020603050405020304" pitchFamily="18" charset="0"/>
              </a:rPr>
              <a:t> Android</a:t>
            </a:r>
            <a:r>
              <a:rPr lang="vi-VN" sz="1600" b="0" dirty="0">
                <a:effectLst/>
                <a:latin typeface="Segoe UI Variable Small" pitchFamily="2" charset="0"/>
                <a:ea typeface="Times New Roman" panose="02020603050405020304" pitchFamily="18" charset="0"/>
              </a:rPr>
              <a:t> và </a:t>
            </a:r>
            <a:r>
              <a:rPr lang="en-US" sz="1600" b="0" dirty="0">
                <a:effectLst/>
                <a:latin typeface="Segoe UI Variable Small" pitchFamily="2" charset="0"/>
                <a:ea typeface="Times New Roman" panose="02020603050405020304" pitchFamily="18" charset="0"/>
              </a:rPr>
              <a:t>iOS</a:t>
            </a:r>
            <a:endParaRPr lang="en-US" sz="4800" b="0" dirty="0">
              <a:latin typeface="Segoe UI Variable Small" pitchFamily="2" charset="0"/>
            </a:endParaRPr>
          </a:p>
        </p:txBody>
      </p:sp>
      <p:sp>
        <p:nvSpPr>
          <p:cNvPr id="5" name="Subtitle 2">
            <a:extLst>
              <a:ext uri="{FF2B5EF4-FFF2-40B4-BE49-F238E27FC236}">
                <a16:creationId xmlns:a16="http://schemas.microsoft.com/office/drawing/2014/main" id="{D437472F-E48F-C08E-6C5C-EECE25CB6328}"/>
              </a:ext>
            </a:extLst>
          </p:cNvPr>
          <p:cNvSpPr txBox="1">
            <a:spLocks/>
          </p:cNvSpPr>
          <p:nvPr/>
        </p:nvSpPr>
        <p:spPr>
          <a:xfrm>
            <a:off x="838650" y="2371493"/>
            <a:ext cx="3019672" cy="537143"/>
          </a:xfrm>
          <a:prstGeom prst="rect">
            <a:avLst/>
          </a:prstGeom>
          <a:solidFill>
            <a:schemeClr val="tx2"/>
          </a:solidFill>
          <a:ln>
            <a:solidFill>
              <a:schemeClr val="tx2"/>
            </a:solidFill>
          </a:ln>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sz="2400">
                <a:solidFill>
                  <a:schemeClr val="bg1"/>
                </a:solidFill>
                <a:latin typeface="Segoe UI Semibold" panose="020B0702040204020203" pitchFamily="34" charset="0"/>
                <a:cs typeface="Segoe UI Semibold" panose="020B0702040204020203" pitchFamily="34" charset="0"/>
              </a:rPr>
              <a:t>Trong tương lai</a:t>
            </a:r>
            <a:endParaRPr lang="en-US" sz="2400" dirty="0">
              <a:solidFill>
                <a:schemeClr val="bg1"/>
              </a:solidFill>
              <a:latin typeface="Segoe UI Semibold" panose="020B0702040204020203" pitchFamily="34" charset="0"/>
              <a:cs typeface="Segoe UI Semibold" panose="020B0702040204020203" pitchFamily="34" charset="0"/>
            </a:endParaRPr>
          </a:p>
        </p:txBody>
      </p:sp>
      <p:pic>
        <p:nvPicPr>
          <p:cNvPr id="8" name="Picture 7">
            <a:extLst>
              <a:ext uri="{FF2B5EF4-FFF2-40B4-BE49-F238E27FC236}">
                <a16:creationId xmlns:a16="http://schemas.microsoft.com/office/drawing/2014/main" id="{E06AEF2C-C031-7AFC-9188-3537920D01E2}"/>
              </a:ext>
            </a:extLst>
          </p:cNvPr>
          <p:cNvPicPr>
            <a:picLocks noChangeAspect="1"/>
          </p:cNvPicPr>
          <p:nvPr/>
        </p:nvPicPr>
        <p:blipFill>
          <a:blip r:embed="rId2"/>
          <a:stretch>
            <a:fillRect/>
          </a:stretch>
        </p:blipFill>
        <p:spPr>
          <a:xfrm>
            <a:off x="385951" y="-130961"/>
            <a:ext cx="905398" cy="905398"/>
          </a:xfrm>
          <a:prstGeom prst="rect">
            <a:avLst/>
          </a:prstGeom>
        </p:spPr>
      </p:pic>
    </p:spTree>
    <p:extLst>
      <p:ext uri="{BB962C8B-B14F-4D97-AF65-F5344CB8AC3E}">
        <p14:creationId xmlns:p14="http://schemas.microsoft.com/office/powerpoint/2010/main" val="369352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animBg="1"/>
      <p:bldP spid="6" grpId="0"/>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68030-850B-219E-49E5-7B2FFAEF0150}"/>
              </a:ext>
            </a:extLst>
          </p:cNvPr>
          <p:cNvSpPr>
            <a:spLocks noGrp="1"/>
          </p:cNvSpPr>
          <p:nvPr>
            <p:ph type="title"/>
          </p:nvPr>
        </p:nvSpPr>
        <p:spPr>
          <a:xfrm>
            <a:off x="2181217" y="1518450"/>
            <a:ext cx="4781565" cy="2106600"/>
          </a:xfrm>
        </p:spPr>
        <p:txBody>
          <a:bodyPr/>
          <a:lstStyle/>
          <a:p>
            <a:r>
              <a:rPr lang="vi-VN" dirty="0"/>
              <a:t>Thanks for watching</a:t>
            </a:r>
            <a:r>
              <a:rPr lang="en" dirty="0"/>
              <a:t>!</a:t>
            </a:r>
            <a:endParaRPr lang="en-US" dirty="0"/>
          </a:p>
        </p:txBody>
      </p:sp>
      <p:pic>
        <p:nvPicPr>
          <p:cNvPr id="3" name="Picture 2">
            <a:extLst>
              <a:ext uri="{FF2B5EF4-FFF2-40B4-BE49-F238E27FC236}">
                <a16:creationId xmlns:a16="http://schemas.microsoft.com/office/drawing/2014/main" id="{96579A6A-E533-556D-F429-3B9898B04410}"/>
              </a:ext>
            </a:extLst>
          </p:cNvPr>
          <p:cNvPicPr>
            <a:picLocks noChangeAspect="1"/>
          </p:cNvPicPr>
          <p:nvPr/>
        </p:nvPicPr>
        <p:blipFill>
          <a:blip r:embed="rId2"/>
          <a:stretch>
            <a:fillRect/>
          </a:stretch>
        </p:blipFill>
        <p:spPr>
          <a:xfrm>
            <a:off x="379142" y="-141690"/>
            <a:ext cx="905398" cy="905398"/>
          </a:xfrm>
          <a:prstGeom prst="rect">
            <a:avLst/>
          </a:prstGeom>
        </p:spPr>
      </p:pic>
    </p:spTree>
    <p:extLst>
      <p:ext uri="{BB962C8B-B14F-4D97-AF65-F5344CB8AC3E}">
        <p14:creationId xmlns:p14="http://schemas.microsoft.com/office/powerpoint/2010/main" val="320881994"/>
      </p:ext>
    </p:extLst>
  </p:cSld>
  <p:clrMapOvr>
    <a:masterClrMapping/>
  </p:clrMapOvr>
</p:sld>
</file>

<file path=ppt/theme/theme1.xml><?xml version="1.0" encoding="utf-8"?>
<a:theme xmlns:a="http://schemas.openxmlformats.org/drawingml/2006/main"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TotalTime>
  <Words>764</Words>
  <Application>Microsoft Office PowerPoint</Application>
  <PresentationFormat>Trình chiếu Trên màn hình (16:9)</PresentationFormat>
  <Paragraphs>139</Paragraphs>
  <Slides>20</Slides>
  <Notes>6</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20</vt:i4>
      </vt:variant>
    </vt:vector>
  </HeadingPairs>
  <TitlesOfParts>
    <vt:vector size="26" baseType="lpstr">
      <vt:lpstr>Lato</vt:lpstr>
      <vt:lpstr>Segoe UI Variable Small</vt:lpstr>
      <vt:lpstr>Arial</vt:lpstr>
      <vt:lpstr>Segoe UI Semibold</vt:lpstr>
      <vt:lpstr>Sora</vt:lpstr>
      <vt:lpstr>AI Essentials Workshop by Slidesgo</vt:lpstr>
      <vt:lpstr>Xây dựng website quản lý và tìm kiếm văn bản, hợp đồng nội bộ</vt:lpstr>
      <vt:lpstr>Thành viên</vt:lpstr>
      <vt:lpstr>Table of contents</vt:lpstr>
      <vt:lpstr>Giới thiệu đề tài</vt:lpstr>
      <vt:lpstr>Giới thiệu đề tài</vt:lpstr>
      <vt:lpstr>Lý do chọn đề tài</vt:lpstr>
      <vt:lpstr>Mục tiêu của đề tài và công nghệ sử dụng</vt:lpstr>
      <vt:lpstr>Mục tiêu chính</vt:lpstr>
      <vt:lpstr>Mục tiêu cụ thể</vt:lpstr>
      <vt:lpstr>Công nghệ sử dụng</vt:lpstr>
      <vt:lpstr>Bản trình bày PowerPoint</vt:lpstr>
      <vt:lpstr>Bản trình bày PowerPoint</vt:lpstr>
      <vt:lpstr>Kết quả đạt được và những hạn chế</vt:lpstr>
      <vt:lpstr>Kết quả đạt được</vt:lpstr>
      <vt:lpstr>Những hạn chế</vt:lpstr>
      <vt:lpstr>Hướng phát triển của nhóm</vt:lpstr>
      <vt:lpstr>Hướng phát triển</vt:lpstr>
      <vt:lpstr>Bản trình bày PowerPoint</vt:lpstr>
      <vt:lpstr>Là nền tảng quan trọng cho việc ứng dụng công nghệ thông tin vào quản trị tài liệu số</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quản lý và tìm kiếm văn bản, hợp đồng nội bộ</dc:title>
  <dc:creator>ASUS</dc:creator>
  <cp:lastModifiedBy>ngọc sơn</cp:lastModifiedBy>
  <cp:revision>25</cp:revision>
  <dcterms:modified xsi:type="dcterms:W3CDTF">2026-01-22T14:21:28Z</dcterms:modified>
</cp:coreProperties>
</file>