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033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033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033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54075" y="2495232"/>
            <a:ext cx="2948304" cy="345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284C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033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300" y="480884"/>
            <a:ext cx="9590405" cy="1047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0336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2137617"/>
            <a:ext cx="11125200" cy="3543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4550" y="1445600"/>
            <a:ext cx="438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0B981"/>
                </a:solidFill>
                <a:latin typeface="Microsoft Sans Serif"/>
                <a:cs typeface="Microsoft Sans Serif"/>
              </a:rPr>
              <a:t>Đ</a:t>
            </a:r>
            <a:r>
              <a:rPr sz="1800" spc="-10" dirty="0">
                <a:solidFill>
                  <a:srgbClr val="10B981"/>
                </a:solidFill>
                <a:latin typeface="Tahoma"/>
                <a:cs typeface="Tahoma"/>
              </a:rPr>
              <a:t>I</a:t>
            </a:r>
            <a:r>
              <a:rPr sz="1800" spc="-10" dirty="0">
                <a:solidFill>
                  <a:srgbClr val="10B981"/>
                </a:solidFill>
                <a:latin typeface="Microsoft Sans Serif"/>
                <a:cs typeface="Microsoft Sans Serif"/>
              </a:rPr>
              <a:t>Ề</a:t>
            </a:r>
            <a:r>
              <a:rPr sz="1800" spc="-10" dirty="0">
                <a:solidFill>
                  <a:srgbClr val="10B981"/>
                </a:solidFill>
                <a:latin typeface="Tahoma"/>
                <a:cs typeface="Tahoma"/>
              </a:rPr>
              <a:t>U</a:t>
            </a:r>
            <a:r>
              <a:rPr sz="1800" spc="-210" dirty="0">
                <a:solidFill>
                  <a:srgbClr val="10B981"/>
                </a:solidFill>
                <a:latin typeface="Tahoma"/>
                <a:cs typeface="Tahoma"/>
              </a:rPr>
              <a:t> </a:t>
            </a:r>
            <a:r>
              <a:rPr sz="1800" spc="150" dirty="0">
                <a:solidFill>
                  <a:srgbClr val="10B981"/>
                </a:solidFill>
                <a:latin typeface="Tahoma"/>
                <a:cs typeface="Tahoma"/>
              </a:rPr>
              <a:t>D</a:t>
            </a:r>
            <a:r>
              <a:rPr sz="1800" spc="150" dirty="0">
                <a:solidFill>
                  <a:srgbClr val="10B981"/>
                </a:solidFill>
                <a:latin typeface="Microsoft Sans Serif"/>
                <a:cs typeface="Microsoft Sans Serif"/>
              </a:rPr>
              <a:t>ƯỠ</a:t>
            </a:r>
            <a:r>
              <a:rPr sz="1800" spc="150" dirty="0">
                <a:solidFill>
                  <a:srgbClr val="10B981"/>
                </a:solidFill>
                <a:latin typeface="Tahoma"/>
                <a:cs typeface="Tahoma"/>
              </a:rPr>
              <a:t>NG</a:t>
            </a:r>
            <a:r>
              <a:rPr sz="1800" spc="-210" dirty="0">
                <a:solidFill>
                  <a:srgbClr val="10B981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10B981"/>
                </a:solidFill>
                <a:latin typeface="Tahoma"/>
                <a:cs typeface="Tahoma"/>
              </a:rPr>
              <a:t>CHUYÊN</a:t>
            </a:r>
            <a:r>
              <a:rPr sz="1800" spc="-210" dirty="0">
                <a:solidFill>
                  <a:srgbClr val="10B981"/>
                </a:solidFill>
                <a:latin typeface="Tahoma"/>
                <a:cs typeface="Tahoma"/>
              </a:rPr>
              <a:t> </a:t>
            </a:r>
            <a:r>
              <a:rPr sz="1800" spc="140" dirty="0">
                <a:solidFill>
                  <a:srgbClr val="10B981"/>
                </a:solidFill>
                <a:latin typeface="Tahoma"/>
                <a:cs typeface="Tahoma"/>
              </a:rPr>
              <a:t>KHOA</a:t>
            </a:r>
            <a:r>
              <a:rPr sz="1800" spc="-210" dirty="0">
                <a:solidFill>
                  <a:srgbClr val="10B981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10B981"/>
                </a:solidFill>
                <a:latin typeface="Tahoma"/>
                <a:cs typeface="Tahoma"/>
              </a:rPr>
              <a:t>H</a:t>
            </a:r>
            <a:r>
              <a:rPr sz="1800" spc="70" dirty="0">
                <a:solidFill>
                  <a:srgbClr val="10B981"/>
                </a:solidFill>
                <a:latin typeface="Microsoft Sans Serif"/>
                <a:cs typeface="Microsoft Sans Serif"/>
              </a:rPr>
              <a:t>Ệ</a:t>
            </a:r>
            <a:r>
              <a:rPr sz="1800" spc="-125" dirty="0">
                <a:solidFill>
                  <a:srgbClr val="10B981"/>
                </a:solidFill>
                <a:latin typeface="Microsoft Sans Serif"/>
                <a:cs typeface="Microsoft Sans Serif"/>
              </a:rPr>
              <a:t> </a:t>
            </a:r>
            <a:r>
              <a:rPr sz="1800" spc="50" dirty="0">
                <a:solidFill>
                  <a:srgbClr val="10B981"/>
                </a:solidFill>
                <a:latin typeface="Tahoma"/>
                <a:cs typeface="Tahoma"/>
              </a:rPr>
              <a:t>NGO</a:t>
            </a:r>
            <a:r>
              <a:rPr sz="1800" spc="50" dirty="0">
                <a:solidFill>
                  <a:srgbClr val="10B981"/>
                </a:solidFill>
                <a:latin typeface="Microsoft Sans Serif"/>
                <a:cs typeface="Microsoft Sans Serif"/>
              </a:rPr>
              <a:t>Ạ</a:t>
            </a:r>
            <a:r>
              <a:rPr sz="1800" spc="50" dirty="0">
                <a:solidFill>
                  <a:srgbClr val="10B981"/>
                </a:solidFill>
                <a:latin typeface="Tahoma"/>
                <a:cs typeface="Tahoma"/>
              </a:rPr>
              <a:t>I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1494" y="1874577"/>
            <a:ext cx="732917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400" dirty="0"/>
              <a:t>Chăm</a:t>
            </a:r>
            <a:r>
              <a:rPr sz="5100" spc="-409" dirty="0"/>
              <a:t> </a:t>
            </a:r>
            <a:r>
              <a:rPr sz="5100" spc="225" dirty="0"/>
              <a:t>sóc</a:t>
            </a:r>
            <a:r>
              <a:rPr sz="5100" spc="-409" dirty="0"/>
              <a:t> </a:t>
            </a:r>
            <a:r>
              <a:rPr sz="5100" spc="65" dirty="0"/>
              <a:t>ng</a:t>
            </a:r>
            <a:r>
              <a:rPr sz="5100" spc="65" dirty="0">
                <a:latin typeface="Arial"/>
                <a:cs typeface="Arial"/>
              </a:rPr>
              <a:t>ườ</a:t>
            </a:r>
            <a:r>
              <a:rPr sz="5100" spc="65" dirty="0"/>
              <a:t>i</a:t>
            </a:r>
            <a:r>
              <a:rPr sz="5100" spc="-409" dirty="0"/>
              <a:t> </a:t>
            </a:r>
            <a:r>
              <a:rPr sz="5100" spc="110" dirty="0"/>
              <a:t>b</a:t>
            </a:r>
            <a:r>
              <a:rPr sz="5100" spc="110" dirty="0">
                <a:latin typeface="Arial"/>
                <a:cs typeface="Arial"/>
              </a:rPr>
              <a:t>ệ</a:t>
            </a:r>
            <a:r>
              <a:rPr sz="5100" spc="110" dirty="0"/>
              <a:t>nh</a:t>
            </a:r>
            <a:endParaRPr sz="5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4122" y="2729388"/>
            <a:ext cx="4021454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b="1" spc="225" dirty="0">
                <a:solidFill>
                  <a:srgbClr val="003366"/>
                </a:solidFill>
                <a:latin typeface="Tahoma"/>
                <a:cs typeface="Tahoma"/>
              </a:rPr>
              <a:t>Viêm</a:t>
            </a:r>
            <a:r>
              <a:rPr sz="5100" b="1" spc="-415" dirty="0">
                <a:solidFill>
                  <a:srgbClr val="003366"/>
                </a:solidFill>
                <a:latin typeface="Tahoma"/>
                <a:cs typeface="Tahoma"/>
              </a:rPr>
              <a:t> </a:t>
            </a:r>
            <a:r>
              <a:rPr sz="5100" b="1" spc="145" dirty="0">
                <a:solidFill>
                  <a:srgbClr val="003366"/>
                </a:solidFill>
                <a:latin typeface="Tahoma"/>
                <a:cs typeface="Tahoma"/>
              </a:rPr>
              <a:t>xoang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0712" y="3583837"/>
            <a:ext cx="333057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64738B"/>
                </a:solidFill>
                <a:latin typeface="Tahoma"/>
                <a:cs typeface="Tahoma"/>
              </a:rPr>
              <a:t>Tr</a:t>
            </a:r>
            <a:r>
              <a:rPr sz="1950" dirty="0">
                <a:solidFill>
                  <a:srgbClr val="64738B"/>
                </a:solidFill>
                <a:latin typeface="Microsoft Sans Serif"/>
                <a:cs typeface="Microsoft Sans Serif"/>
              </a:rPr>
              <a:t>ườ</a:t>
            </a:r>
            <a:r>
              <a:rPr sz="1950" dirty="0">
                <a:solidFill>
                  <a:srgbClr val="64738B"/>
                </a:solidFill>
                <a:latin typeface="Tahoma"/>
                <a:cs typeface="Tahoma"/>
              </a:rPr>
              <a:t>ng</a:t>
            </a:r>
            <a:r>
              <a:rPr sz="195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64738B"/>
                </a:solidFill>
                <a:latin typeface="Tahoma"/>
                <a:cs typeface="Tahoma"/>
              </a:rPr>
              <a:t>Cao</a:t>
            </a:r>
            <a:r>
              <a:rPr sz="195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9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đẳ</a:t>
            </a:r>
            <a:r>
              <a:rPr sz="1950" spc="-35" dirty="0">
                <a:solidFill>
                  <a:srgbClr val="64738B"/>
                </a:solidFill>
                <a:latin typeface="Tahoma"/>
                <a:cs typeface="Tahoma"/>
              </a:rPr>
              <a:t>ng</a:t>
            </a:r>
            <a:r>
              <a:rPr sz="195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950" spc="100" dirty="0">
                <a:solidFill>
                  <a:srgbClr val="64738B"/>
                </a:solidFill>
                <a:latin typeface="Tahoma"/>
                <a:cs typeface="Tahoma"/>
              </a:rPr>
              <a:t>Y</a:t>
            </a:r>
            <a:r>
              <a:rPr sz="195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64738B"/>
                </a:solidFill>
                <a:latin typeface="Tahoma"/>
                <a:cs typeface="Tahoma"/>
              </a:rPr>
              <a:t>t</a:t>
            </a:r>
            <a:r>
              <a:rPr sz="1950" dirty="0">
                <a:solidFill>
                  <a:srgbClr val="64738B"/>
                </a:solidFill>
                <a:latin typeface="Microsoft Sans Serif"/>
                <a:cs typeface="Microsoft Sans Serif"/>
              </a:rPr>
              <a:t>ế</a:t>
            </a:r>
            <a:r>
              <a:rPr sz="1950" spc="-7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64738B"/>
                </a:solidFill>
                <a:latin typeface="Microsoft Sans Serif"/>
                <a:cs typeface="Microsoft Sans Serif"/>
              </a:rPr>
              <a:t>Đắ</a:t>
            </a:r>
            <a:r>
              <a:rPr sz="1950" dirty="0">
                <a:solidFill>
                  <a:srgbClr val="64738B"/>
                </a:solidFill>
                <a:latin typeface="Tahoma"/>
                <a:cs typeface="Tahoma"/>
              </a:rPr>
              <a:t>k</a:t>
            </a:r>
            <a:r>
              <a:rPr sz="195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950" spc="-25" dirty="0">
                <a:solidFill>
                  <a:srgbClr val="64738B"/>
                </a:solidFill>
                <a:latin typeface="Tahoma"/>
                <a:cs typeface="Tahoma"/>
              </a:rPr>
              <a:t>L</a:t>
            </a:r>
            <a:r>
              <a:rPr sz="1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ắ</a:t>
            </a:r>
            <a:r>
              <a:rPr sz="1950" spc="-25" dirty="0">
                <a:solidFill>
                  <a:srgbClr val="64738B"/>
                </a:solidFill>
                <a:latin typeface="Tahoma"/>
                <a:cs typeface="Tahoma"/>
              </a:rPr>
              <a:t>k</a:t>
            </a:r>
            <a:endParaRPr sz="195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8111" y="4438648"/>
            <a:ext cx="5944089" cy="10079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334155"/>
                </a:solidFill>
                <a:latin typeface="Tahoma"/>
                <a:cs typeface="Tahoma"/>
              </a:rPr>
              <a:t>Sinh</a:t>
            </a:r>
            <a:r>
              <a:rPr sz="2100" spc="-229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334155"/>
                </a:solidFill>
                <a:latin typeface="Tahoma"/>
                <a:cs typeface="Tahoma"/>
              </a:rPr>
              <a:t>viên</a:t>
            </a:r>
            <a:r>
              <a:rPr sz="2100" spc="-2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2100" spc="75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2100" spc="75" dirty="0">
                <a:solidFill>
                  <a:srgbClr val="334155"/>
                </a:solidFill>
                <a:latin typeface="Microsoft Sans Serif"/>
                <a:cs typeface="Microsoft Sans Serif"/>
              </a:rPr>
              <a:t>ự</a:t>
            </a:r>
            <a:r>
              <a:rPr sz="2100" spc="7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2100" spc="-2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2100" spc="-45" dirty="0">
                <a:solidFill>
                  <a:srgbClr val="334155"/>
                </a:solidFill>
                <a:latin typeface="Tahoma"/>
                <a:cs typeface="Tahoma"/>
              </a:rPr>
              <a:t>hi</a:t>
            </a:r>
            <a:r>
              <a:rPr sz="2100" spc="-45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2100" spc="-45" dirty="0">
                <a:solidFill>
                  <a:srgbClr val="334155"/>
                </a:solidFill>
                <a:latin typeface="Tahoma"/>
                <a:cs typeface="Tahoma"/>
              </a:rPr>
              <a:t>n:</a:t>
            </a:r>
            <a:r>
              <a:rPr sz="2100" spc="-2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2100" b="1" spc="-130" dirty="0">
                <a:solidFill>
                  <a:srgbClr val="334155"/>
                </a:solidFill>
                <a:latin typeface="Tahoma"/>
                <a:cs typeface="Tahoma"/>
              </a:rPr>
              <a:t>Ph</a:t>
            </a:r>
            <a:r>
              <a:rPr sz="2100" b="1" spc="-130" dirty="0">
                <a:solidFill>
                  <a:srgbClr val="334155"/>
                </a:solidFill>
                <a:latin typeface="Arial"/>
                <a:cs typeface="Arial"/>
              </a:rPr>
              <a:t>ạ</a:t>
            </a:r>
            <a:r>
              <a:rPr sz="2100" b="1" spc="-13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2100" b="1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2100" b="1" spc="-8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2100" b="1" spc="-80" dirty="0">
                <a:solidFill>
                  <a:srgbClr val="334155"/>
                </a:solidFill>
                <a:latin typeface="Arial"/>
                <a:cs typeface="Arial"/>
              </a:rPr>
              <a:t>ị</a:t>
            </a:r>
            <a:r>
              <a:rPr sz="2100" b="1" spc="-150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334155"/>
                </a:solidFill>
                <a:latin typeface="Tahoma"/>
                <a:cs typeface="Tahoma"/>
              </a:rPr>
              <a:t>Bích</a:t>
            </a:r>
            <a:r>
              <a:rPr lang="en-US" sz="2100" b="1" spc="-20" dirty="0">
                <a:solidFill>
                  <a:srgbClr val="334155"/>
                </a:solidFill>
                <a:latin typeface="Tahoma"/>
                <a:cs typeface="Tahoma"/>
              </a:rPr>
              <a:t> Hường</a:t>
            </a: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100" spc="-20" dirty="0" err="1">
                <a:solidFill>
                  <a:srgbClr val="334155"/>
                </a:solidFill>
                <a:latin typeface="Tahoma"/>
                <a:cs typeface="Tahoma"/>
              </a:rPr>
              <a:t>Mã</a:t>
            </a:r>
            <a:r>
              <a:rPr lang="en-US" sz="2100" spc="-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lang="en-US" sz="2100" spc="-20" dirty="0" err="1">
                <a:solidFill>
                  <a:srgbClr val="334155"/>
                </a:solidFill>
                <a:latin typeface="Tahoma"/>
                <a:cs typeface="Tahoma"/>
              </a:rPr>
              <a:t>sinh</a:t>
            </a:r>
            <a:r>
              <a:rPr lang="en-US" sz="2100" spc="-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lang="en-US" sz="2100" spc="-20" dirty="0" err="1">
                <a:solidFill>
                  <a:srgbClr val="334155"/>
                </a:solidFill>
                <a:latin typeface="Tahoma"/>
                <a:cs typeface="Tahoma"/>
              </a:rPr>
              <a:t>viên</a:t>
            </a:r>
            <a:r>
              <a:rPr lang="en-US" sz="2100" spc="-20" dirty="0">
                <a:solidFill>
                  <a:srgbClr val="334155"/>
                </a:solidFill>
                <a:latin typeface="Tahoma"/>
                <a:cs typeface="Tahoma"/>
              </a:rPr>
              <a:t>:   24CD01044</a:t>
            </a: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2100" spc="-20" dirty="0" err="1">
                <a:solidFill>
                  <a:srgbClr val="334155"/>
                </a:solidFill>
                <a:latin typeface="Tahoma"/>
                <a:cs typeface="Tahoma"/>
              </a:rPr>
              <a:t>Lớp</a:t>
            </a:r>
            <a:r>
              <a:rPr lang="en-US" sz="2100" spc="-20" dirty="0">
                <a:solidFill>
                  <a:srgbClr val="334155"/>
                </a:solidFill>
                <a:latin typeface="Tahoma"/>
                <a:cs typeface="Tahoma"/>
              </a:rPr>
              <a:t>: Cao </a:t>
            </a:r>
            <a:r>
              <a:rPr lang="en-US" sz="2100" spc="-20" dirty="0" err="1">
                <a:solidFill>
                  <a:srgbClr val="334155"/>
                </a:solidFill>
                <a:latin typeface="Tahoma"/>
                <a:cs typeface="Tahoma"/>
              </a:rPr>
              <a:t>Đẳng</a:t>
            </a:r>
            <a:r>
              <a:rPr lang="en-US" sz="2100" spc="-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lang="en-US" sz="2100" spc="-20" dirty="0" err="1">
                <a:solidFill>
                  <a:srgbClr val="334155"/>
                </a:solidFill>
                <a:latin typeface="Tahoma"/>
                <a:cs typeface="Tahoma"/>
              </a:rPr>
              <a:t>Điều</a:t>
            </a:r>
            <a:r>
              <a:rPr lang="en-US" sz="2100" spc="-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lang="en-US" sz="2100" spc="-20" dirty="0" err="1">
                <a:solidFill>
                  <a:srgbClr val="334155"/>
                </a:solidFill>
                <a:latin typeface="Tahoma"/>
                <a:cs typeface="Tahoma"/>
              </a:rPr>
              <a:t>Dưỡng</a:t>
            </a:r>
            <a:endParaRPr lang="en-US" sz="2100" spc="-20" dirty="0">
              <a:solidFill>
                <a:srgbClr val="334155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490662"/>
            <a:ext cx="3524249" cy="48578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3875" y="1490662"/>
            <a:ext cx="3524249" cy="485789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096250" y="1490662"/>
            <a:ext cx="3524250" cy="4858385"/>
            <a:chOff x="8096250" y="1490662"/>
            <a:chExt cx="3524250" cy="485838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6250" y="1490662"/>
              <a:ext cx="3524249" cy="48578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2625" y="1833562"/>
              <a:ext cx="571499" cy="45719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5025" y="1833562"/>
            <a:ext cx="457199" cy="4571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Ki</a:t>
            </a:r>
            <a:r>
              <a:rPr dirty="0">
                <a:latin typeface="Arial"/>
                <a:cs typeface="Arial"/>
              </a:rPr>
              <a:t>ế</a:t>
            </a:r>
            <a:r>
              <a:rPr dirty="0"/>
              <a:t>n</a:t>
            </a:r>
            <a:r>
              <a:rPr spc="-140" dirty="0"/>
              <a:t> </a:t>
            </a:r>
            <a:r>
              <a:rPr spc="30" dirty="0"/>
              <a:t>th</a:t>
            </a:r>
            <a:r>
              <a:rPr spc="30" dirty="0">
                <a:latin typeface="Arial"/>
                <a:cs typeface="Arial"/>
              </a:rPr>
              <a:t>ứ</a:t>
            </a:r>
            <a:r>
              <a:rPr spc="30" dirty="0"/>
              <a:t>c</a:t>
            </a:r>
          </a:p>
          <a:p>
            <a:pPr marL="325755" marR="20320" indent="-246379">
              <a:lnSpc>
                <a:spcPts val="2870"/>
              </a:lnSpc>
              <a:spcBef>
                <a:spcPts val="1550"/>
              </a:spcBef>
              <a:buChar char="•"/>
              <a:tabLst>
                <a:tab pos="327025" algn="l"/>
              </a:tabLst>
            </a:pP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Gi</a:t>
            </a:r>
            <a:r>
              <a:rPr sz="1650" b="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0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thích</a:t>
            </a:r>
            <a:r>
              <a:rPr sz="1650" b="0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85" dirty="0">
                <a:solidFill>
                  <a:srgbClr val="334155"/>
                </a:solidFill>
                <a:latin typeface="Microsoft Sans Serif"/>
                <a:cs typeface="Microsoft Sans Serif"/>
              </a:rPr>
              <a:t>đượ</a:t>
            </a:r>
            <a:r>
              <a:rPr sz="1650" b="0" spc="8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0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khái</a:t>
            </a:r>
            <a:r>
              <a:rPr sz="1650" b="0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ni</a:t>
            </a:r>
            <a:r>
              <a:rPr sz="1650" b="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0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25" dirty="0">
                <a:solidFill>
                  <a:srgbClr val="334155"/>
                </a:solidFill>
                <a:latin typeface="Tahoma"/>
                <a:cs typeface="Tahoma"/>
              </a:rPr>
              <a:t>và 	</a:t>
            </a:r>
            <a:r>
              <a:rPr sz="1650" b="0" spc="8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0" spc="85" dirty="0">
                <a:solidFill>
                  <a:srgbClr val="334155"/>
                </a:solidFill>
                <a:latin typeface="Microsoft Sans Serif"/>
                <a:cs typeface="Microsoft Sans Serif"/>
              </a:rPr>
              <a:t>ơ</a:t>
            </a:r>
            <a:r>
              <a:rPr sz="1650" b="0" spc="-114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b="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b="0" spc="-114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b="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b="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sinh</a:t>
            </a:r>
            <a:r>
              <a:rPr sz="1650" b="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b="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viêm 	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xoang.</a:t>
            </a:r>
            <a:endParaRPr sz="1650">
              <a:latin typeface="Tahoma"/>
              <a:cs typeface="Tahoma"/>
            </a:endParaRPr>
          </a:p>
          <a:p>
            <a:pPr marL="325755" indent="-246379">
              <a:lnSpc>
                <a:spcPts val="1190"/>
              </a:lnSpc>
              <a:buChar char="•"/>
              <a:tabLst>
                <a:tab pos="325755" algn="l"/>
              </a:tabLst>
            </a:pP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Trình</a:t>
            </a:r>
            <a:r>
              <a:rPr sz="1650" b="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bày</a:t>
            </a:r>
            <a:r>
              <a:rPr sz="1650" b="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dirty="0">
                <a:solidFill>
                  <a:srgbClr val="334155"/>
                </a:solidFill>
                <a:latin typeface="Microsoft Sans Serif"/>
                <a:cs typeface="Microsoft Sans Serif"/>
              </a:rPr>
              <a:t>đầ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y</a:t>
            </a:r>
            <a:r>
              <a:rPr sz="1650" b="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đủ</a:t>
            </a:r>
            <a:r>
              <a:rPr sz="1650" b="0" spc="-7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tri</a:t>
            </a:r>
            <a:r>
              <a:rPr sz="1650" b="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b="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b="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ứ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endParaRPr sz="1650">
              <a:latin typeface="Tahoma"/>
              <a:cs typeface="Tahoma"/>
            </a:endParaRPr>
          </a:p>
          <a:p>
            <a:pPr marL="327025" marR="24765">
              <a:lnSpc>
                <a:spcPts val="2870"/>
              </a:lnSpc>
              <a:spcBef>
                <a:spcPts val="245"/>
              </a:spcBef>
            </a:pPr>
            <a:r>
              <a:rPr sz="1650" b="0" spc="8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0" spc="85" dirty="0">
                <a:solidFill>
                  <a:srgbClr val="334155"/>
                </a:solidFill>
                <a:latin typeface="Microsoft Sans Serif"/>
                <a:cs typeface="Microsoft Sans Serif"/>
              </a:rPr>
              <a:t>ơ</a:t>
            </a:r>
            <a:r>
              <a:rPr sz="1650" b="0" spc="-10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b="0" spc="-3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b="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b="0" spc="-3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&amp;</a:t>
            </a:r>
            <a:r>
              <a:rPr sz="1650" b="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6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b="0" spc="60" dirty="0">
                <a:solidFill>
                  <a:srgbClr val="334155"/>
                </a:solidFill>
                <a:latin typeface="Microsoft Sans Serif"/>
                <a:cs typeface="Microsoft Sans Serif"/>
              </a:rPr>
              <a:t>ự</a:t>
            </a:r>
            <a:r>
              <a:rPr sz="1650" b="0" spc="6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b="0" dirty="0">
                <a:solidFill>
                  <a:srgbClr val="334155"/>
                </a:solidFill>
                <a:latin typeface="Microsoft Sans Serif"/>
                <a:cs typeface="Microsoft Sans Serif"/>
              </a:rPr>
              <a:t>ể</a:t>
            </a:r>
            <a:r>
              <a:rPr sz="1650" b="0" spc="-10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b="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b="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ừ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ng nhóm</a:t>
            </a:r>
            <a:r>
              <a:rPr sz="1650" b="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xoang.</a:t>
            </a:r>
            <a:endParaRPr sz="1650">
              <a:latin typeface="Tahoma"/>
              <a:cs typeface="Tahoma"/>
            </a:endParaRPr>
          </a:p>
          <a:p>
            <a:pPr marL="325755" indent="-246379">
              <a:lnSpc>
                <a:spcPts val="1190"/>
              </a:lnSpc>
              <a:buChar char="•"/>
              <a:tabLst>
                <a:tab pos="325755" algn="l"/>
              </a:tabLst>
            </a:pP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Nêu</a:t>
            </a:r>
            <a:r>
              <a:rPr sz="1650" b="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85" dirty="0">
                <a:solidFill>
                  <a:srgbClr val="334155"/>
                </a:solidFill>
                <a:latin typeface="Microsoft Sans Serif"/>
                <a:cs typeface="Microsoft Sans Serif"/>
              </a:rPr>
              <a:t>đượ</a:t>
            </a:r>
            <a:r>
              <a:rPr sz="1650" b="0" spc="8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các</a:t>
            </a:r>
            <a:r>
              <a:rPr sz="1650" b="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bi</a:t>
            </a:r>
            <a:r>
              <a:rPr sz="1650" b="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b="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b="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ứ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endParaRPr sz="1650">
              <a:latin typeface="Tahoma"/>
              <a:cs typeface="Tahoma"/>
            </a:endParaRPr>
          </a:p>
          <a:p>
            <a:pPr marL="327025" marR="60960">
              <a:lnSpc>
                <a:spcPct val="145000"/>
              </a:lnSpc>
            </a:pPr>
            <a:r>
              <a:rPr sz="1650" b="0" spc="-25" dirty="0">
                <a:solidFill>
                  <a:srgbClr val="334155"/>
                </a:solidFill>
                <a:latin typeface="Tahoma"/>
                <a:cs typeface="Tahoma"/>
              </a:rPr>
              <a:t>nguy</a:t>
            </a:r>
            <a:r>
              <a:rPr sz="1650" b="0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hi</a:t>
            </a:r>
            <a:r>
              <a:rPr sz="1650" b="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ể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0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10" dirty="0">
                <a:solidFill>
                  <a:srgbClr val="334155"/>
                </a:solidFill>
                <a:latin typeface="Tahoma"/>
                <a:cs typeface="Tahoma"/>
              </a:rPr>
              <a:t>và</a:t>
            </a:r>
            <a:r>
              <a:rPr sz="1650" b="0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b="0" dirty="0">
                <a:solidFill>
                  <a:srgbClr val="334155"/>
                </a:solidFill>
                <a:latin typeface="Microsoft Sans Serif"/>
                <a:cs typeface="Microsoft Sans Serif"/>
              </a:rPr>
              <a:t>ướ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0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0" dirty="0">
                <a:solidFill>
                  <a:srgbClr val="334155"/>
                </a:solidFill>
                <a:latin typeface="Microsoft Sans Serif"/>
                <a:cs typeface="Microsoft Sans Serif"/>
              </a:rPr>
              <a:t>ề</a:t>
            </a:r>
            <a:r>
              <a:rPr sz="1650" b="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b="0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0" spc="-25" dirty="0">
                <a:solidFill>
                  <a:srgbClr val="334155"/>
                </a:solidFill>
                <a:latin typeface="Tahoma"/>
                <a:cs typeface="Tahoma"/>
              </a:rPr>
              <a:t>tr</a:t>
            </a:r>
            <a:r>
              <a:rPr sz="1650" b="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ị </a:t>
            </a:r>
            <a:r>
              <a:rPr sz="1650" b="0" spc="8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0" spc="85" dirty="0">
                <a:solidFill>
                  <a:srgbClr val="334155"/>
                </a:solidFill>
                <a:latin typeface="Microsoft Sans Serif"/>
                <a:cs typeface="Microsoft Sans Serif"/>
              </a:rPr>
              <a:t>ơ</a:t>
            </a:r>
            <a:r>
              <a:rPr sz="1650" b="0" spc="-12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b="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b="0" spc="-20" dirty="0">
                <a:solidFill>
                  <a:srgbClr val="334155"/>
                </a:solidFill>
                <a:latin typeface="Tahoma"/>
                <a:cs typeface="Tahoma"/>
              </a:rPr>
              <a:t>n.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38825" y="1833562"/>
            <a:ext cx="514349" cy="457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616450" y="2495232"/>
            <a:ext cx="2800350" cy="308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55" dirty="0">
                <a:solidFill>
                  <a:srgbClr val="0284C7"/>
                </a:solidFill>
                <a:latin typeface="Tahoma"/>
                <a:cs typeface="Tahoma"/>
              </a:rPr>
              <a:t>Kỹ</a:t>
            </a:r>
            <a:r>
              <a:rPr sz="2250" b="1" spc="-18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90" dirty="0">
                <a:solidFill>
                  <a:srgbClr val="0284C7"/>
                </a:solidFill>
                <a:latin typeface="Tahoma"/>
                <a:cs typeface="Tahoma"/>
              </a:rPr>
              <a:t>năng</a:t>
            </a:r>
            <a:endParaRPr sz="2250">
              <a:latin typeface="Tahoma"/>
              <a:cs typeface="Tahoma"/>
            </a:endParaRPr>
          </a:p>
          <a:p>
            <a:pPr marL="325755" marR="56515" indent="-246379">
              <a:lnSpc>
                <a:spcPts val="2870"/>
              </a:lnSpc>
              <a:spcBef>
                <a:spcPts val="1550"/>
              </a:spcBef>
              <a:buChar char="•"/>
              <a:tabLst>
                <a:tab pos="327025" algn="l"/>
              </a:tabLst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ậ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p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spc="-10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sóc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chi 	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cho</a:t>
            </a:r>
            <a:r>
              <a:rPr sz="1650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55" dirty="0">
                <a:solidFill>
                  <a:srgbClr val="334155"/>
                </a:solidFill>
                <a:latin typeface="Microsoft Sans Serif"/>
                <a:cs typeface="Microsoft Sans Serif"/>
              </a:rPr>
              <a:t>ườ</a:t>
            </a:r>
            <a:r>
              <a:rPr sz="1650" spc="55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viêm 	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xoang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p/mãn.</a:t>
            </a:r>
            <a:endParaRPr sz="1650">
              <a:latin typeface="Tahoma"/>
              <a:cs typeface="Tahoma"/>
            </a:endParaRPr>
          </a:p>
          <a:p>
            <a:pPr marL="325755" indent="-246379">
              <a:lnSpc>
                <a:spcPts val="1190"/>
              </a:lnSpc>
              <a:buChar char="•"/>
              <a:tabLst>
                <a:tab pos="325755" algn="l"/>
              </a:tabLst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ự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úng</a:t>
            </a:r>
            <a:r>
              <a:rPr sz="1650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quy</a:t>
            </a:r>
            <a:r>
              <a:rPr sz="1650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trình</a:t>
            </a:r>
            <a:endParaRPr sz="1650">
              <a:latin typeface="Tahoma"/>
              <a:cs typeface="Tahoma"/>
            </a:endParaRPr>
          </a:p>
          <a:p>
            <a:pPr marL="327025" marR="5080">
              <a:lnSpc>
                <a:spcPts val="2870"/>
              </a:lnSpc>
              <a:spcBef>
                <a:spcPts val="245"/>
              </a:spcBef>
            </a:pPr>
            <a:r>
              <a:rPr sz="1650" spc="70" dirty="0">
                <a:solidFill>
                  <a:srgbClr val="334155"/>
                </a:solidFill>
                <a:latin typeface="Tahoma"/>
                <a:cs typeface="Tahoma"/>
              </a:rPr>
              <a:t>r</a:t>
            </a:r>
            <a:r>
              <a:rPr sz="1650" spc="70" dirty="0">
                <a:solidFill>
                  <a:srgbClr val="334155"/>
                </a:solidFill>
                <a:latin typeface="Microsoft Sans Serif"/>
                <a:cs typeface="Microsoft Sans Serif"/>
              </a:rPr>
              <a:t>ử</a:t>
            </a:r>
            <a:r>
              <a:rPr sz="1650" spc="7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ằ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334155"/>
                </a:solidFill>
                <a:latin typeface="Tahoma"/>
                <a:cs typeface="Tahoma"/>
              </a:rPr>
              <a:t>NaCl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95" dirty="0">
                <a:solidFill>
                  <a:srgbClr val="334155"/>
                </a:solidFill>
                <a:latin typeface="Tahoma"/>
                <a:cs typeface="Tahoma"/>
              </a:rPr>
              <a:t>0.9%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và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xông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i.</a:t>
            </a:r>
            <a:endParaRPr sz="1650">
              <a:latin typeface="Tahoma"/>
              <a:cs typeface="Tahoma"/>
            </a:endParaRPr>
          </a:p>
          <a:p>
            <a:pPr marL="246379" marR="57150" indent="-246379" algn="r">
              <a:lnSpc>
                <a:spcPts val="1190"/>
              </a:lnSpc>
              <a:buChar char="•"/>
              <a:tabLst>
                <a:tab pos="246379" algn="l"/>
              </a:tabLst>
            </a:pPr>
            <a:r>
              <a:rPr sz="1650" spc="75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75" dirty="0">
                <a:solidFill>
                  <a:srgbClr val="334155"/>
                </a:solidFill>
                <a:latin typeface="Microsoft Sans Serif"/>
                <a:cs typeface="Microsoft Sans Serif"/>
              </a:rPr>
              <a:t>ướ</a:t>
            </a:r>
            <a:r>
              <a:rPr sz="1650" spc="7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ẫ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55" dirty="0">
                <a:solidFill>
                  <a:srgbClr val="334155"/>
                </a:solidFill>
                <a:latin typeface="Microsoft Sans Serif"/>
                <a:cs typeface="Microsoft Sans Serif"/>
              </a:rPr>
              <a:t>ườ</a:t>
            </a:r>
            <a:r>
              <a:rPr sz="1650" spc="55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k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ỹ</a:t>
            </a:r>
            <a:endParaRPr sz="1650">
              <a:latin typeface="Microsoft Sans Serif"/>
              <a:cs typeface="Microsoft Sans Serif"/>
            </a:endParaRPr>
          </a:p>
          <a:p>
            <a:pPr marR="98425" algn="r">
              <a:lnSpc>
                <a:spcPct val="100000"/>
              </a:lnSpc>
              <a:spcBef>
                <a:spcPts val="890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ậ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125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125" dirty="0">
                <a:solidFill>
                  <a:srgbClr val="334155"/>
                </a:solidFill>
                <a:latin typeface="Microsoft Sans Serif"/>
                <a:cs typeface="Microsoft Sans Serif"/>
              </a:rPr>
              <a:t>ự</a:t>
            </a:r>
            <a:r>
              <a:rPr sz="1650" spc="-7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sóc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nhà.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3425" y="2495232"/>
            <a:ext cx="2938145" cy="1871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Thái</a:t>
            </a:r>
            <a:r>
              <a:rPr sz="2250" b="1" spc="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35" dirty="0">
                <a:solidFill>
                  <a:srgbClr val="0284C7"/>
                </a:solidFill>
                <a:latin typeface="Tahoma"/>
                <a:cs typeface="Tahoma"/>
              </a:rPr>
              <a:t>đ</a:t>
            </a:r>
            <a:r>
              <a:rPr sz="2250" b="1" spc="35" dirty="0">
                <a:solidFill>
                  <a:srgbClr val="0284C7"/>
                </a:solidFill>
                <a:latin typeface="Arial"/>
                <a:cs typeface="Arial"/>
              </a:rPr>
              <a:t>ộ</a:t>
            </a:r>
            <a:endParaRPr sz="2250">
              <a:latin typeface="Arial"/>
              <a:cs typeface="Arial"/>
            </a:endParaRPr>
          </a:p>
          <a:p>
            <a:pPr marL="351155" marR="168910" indent="-246379">
              <a:lnSpc>
                <a:spcPct val="145000"/>
              </a:lnSpc>
              <a:spcBef>
                <a:spcPts val="1305"/>
              </a:spcBef>
              <a:buChar char="•"/>
              <a:tabLst>
                <a:tab pos="352425" algn="l"/>
              </a:tabLst>
            </a:pP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ỉ</a:t>
            </a:r>
            <a:r>
              <a:rPr sz="1650" spc="-9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7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75" dirty="0">
                <a:solidFill>
                  <a:srgbClr val="334155"/>
                </a:solidFill>
                <a:latin typeface="Microsoft Sans Serif"/>
                <a:cs typeface="Microsoft Sans Serif"/>
              </a:rPr>
              <a:t>ỉ</a:t>
            </a:r>
            <a:r>
              <a:rPr sz="1650" spc="-75" dirty="0">
                <a:solidFill>
                  <a:srgbClr val="334155"/>
                </a:solidFill>
                <a:latin typeface="Tahoma"/>
                <a:cs typeface="Tahoma"/>
              </a:rPr>
              <a:t>,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ậ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ọ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trong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quá 	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trình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khám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và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endParaRPr sz="1650">
              <a:latin typeface="Tahoma"/>
              <a:cs typeface="Tahoma"/>
            </a:endParaRPr>
          </a:p>
          <a:p>
            <a:pPr marL="351155" indent="-246379">
              <a:lnSpc>
                <a:spcPts val="1914"/>
              </a:lnSpc>
              <a:buChar char="•"/>
              <a:tabLst>
                <a:tab pos="351155" algn="l"/>
              </a:tabLst>
            </a:pPr>
            <a:r>
              <a:rPr sz="2475" spc="-1147" baseline="-31986" dirty="0">
                <a:solidFill>
                  <a:srgbClr val="334155"/>
                </a:solidFill>
                <a:latin typeface="Tahoma"/>
                <a:cs typeface="Tahoma"/>
              </a:rPr>
              <a:t>s</a:t>
            </a:r>
            <a:r>
              <a:rPr sz="1650" spc="-385" dirty="0">
                <a:solidFill>
                  <a:srgbClr val="334155"/>
                </a:solidFill>
                <a:latin typeface="Tahoma"/>
                <a:cs typeface="Tahoma"/>
              </a:rPr>
              <a:t>Â</a:t>
            </a:r>
            <a:r>
              <a:rPr sz="2475" spc="-794" baseline="-31986" dirty="0">
                <a:solidFill>
                  <a:srgbClr val="334155"/>
                </a:solidFill>
                <a:latin typeface="Tahoma"/>
                <a:cs typeface="Tahoma"/>
              </a:rPr>
              <a:t>ó</a:t>
            </a:r>
            <a:r>
              <a:rPr sz="1650" spc="-434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2475" spc="-104" baseline="-31986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74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2475" spc="-30" baseline="-31986" dirty="0">
                <a:solidFill>
                  <a:srgbClr val="334155"/>
                </a:solidFill>
                <a:latin typeface="Tahoma"/>
                <a:cs typeface="Tahoma"/>
              </a:rPr>
              <a:t>.</a:t>
            </a:r>
            <a:r>
              <a:rPr sz="2475" spc="-165" baseline="-31986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65" dirty="0">
                <a:solidFill>
                  <a:srgbClr val="334155"/>
                </a:solidFill>
                <a:latin typeface="Microsoft Sans Serif"/>
                <a:cs typeface="Microsoft Sans Serif"/>
              </a:rPr>
              <a:t>ầ</a:t>
            </a:r>
            <a:r>
              <a:rPr sz="1650" spc="-65" dirty="0">
                <a:solidFill>
                  <a:srgbClr val="334155"/>
                </a:solidFill>
                <a:latin typeface="Tahoma"/>
                <a:cs typeface="Tahoma"/>
              </a:rPr>
              <a:t>n,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ể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ỗ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au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và</a:t>
            </a:r>
            <a:endParaRPr sz="1650">
              <a:latin typeface="Tahoma"/>
              <a:cs typeface="Tahoma"/>
            </a:endParaRPr>
          </a:p>
          <a:p>
            <a:pPr marL="352425">
              <a:lnSpc>
                <a:spcPct val="100000"/>
              </a:lnSpc>
              <a:spcBef>
                <a:spcPts val="890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tâm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lý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lo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ắ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4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45" dirty="0">
                <a:solidFill>
                  <a:srgbClr val="334155"/>
                </a:solidFill>
                <a:latin typeface="Microsoft Sans Serif"/>
                <a:cs typeface="Microsoft Sans Serif"/>
              </a:rPr>
              <a:t>ườ</a:t>
            </a:r>
            <a:r>
              <a:rPr sz="1650" spc="45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10287" y="4454002"/>
            <a:ext cx="419734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nh.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20100" y="4332437"/>
            <a:ext cx="266128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indent="-246379">
              <a:lnSpc>
                <a:spcPct val="100000"/>
              </a:lnSpc>
              <a:spcBef>
                <a:spcPts val="100"/>
              </a:spcBef>
              <a:buChar char="•"/>
              <a:tabLst>
                <a:tab pos="284480" algn="l"/>
              </a:tabLst>
            </a:pPr>
            <a:r>
              <a:rPr sz="2475" spc="-1312" baseline="-31986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45" dirty="0">
                <a:solidFill>
                  <a:srgbClr val="334155"/>
                </a:solidFill>
                <a:latin typeface="Tahoma"/>
                <a:cs typeface="Tahoma"/>
              </a:rPr>
              <a:t>Ý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spc="60" dirty="0">
                <a:solidFill>
                  <a:srgbClr val="334155"/>
                </a:solidFill>
                <a:latin typeface="Microsoft Sans Serif"/>
                <a:cs typeface="Microsoft Sans Serif"/>
              </a:rPr>
              <a:t>ứ</a:t>
            </a:r>
            <a:r>
              <a:rPr sz="1650" spc="6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phát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s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ớ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93150" y="4583898"/>
            <a:ext cx="2620645" cy="755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00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bi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để</a:t>
            </a:r>
            <a:r>
              <a:rPr sz="1650" spc="-8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100" dirty="0">
                <a:solidFill>
                  <a:srgbClr val="334155"/>
                </a:solidFill>
                <a:latin typeface="Tahoma"/>
                <a:cs typeface="Tahoma"/>
              </a:rPr>
              <a:t>x</a:t>
            </a:r>
            <a:r>
              <a:rPr sz="1650" spc="100" dirty="0">
                <a:solidFill>
                  <a:srgbClr val="334155"/>
                </a:solidFill>
                <a:latin typeface="Microsoft Sans Serif"/>
                <a:cs typeface="Microsoft Sans Serif"/>
              </a:rPr>
              <a:t>ử</a:t>
            </a:r>
            <a:r>
              <a:rPr sz="1650" spc="-9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334155"/>
                </a:solidFill>
                <a:latin typeface="Tahoma"/>
                <a:cs typeface="Tahoma"/>
              </a:rPr>
              <a:t>trí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k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p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ờ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i.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M</a:t>
            </a:r>
            <a:r>
              <a:rPr spc="105" dirty="0">
                <a:latin typeface="Arial"/>
                <a:cs typeface="Arial"/>
              </a:rPr>
              <a:t>Ụ</a:t>
            </a:r>
            <a:r>
              <a:rPr spc="105" dirty="0"/>
              <a:t>C</a:t>
            </a:r>
            <a:r>
              <a:rPr spc="-245" dirty="0"/>
              <a:t> </a:t>
            </a:r>
            <a:r>
              <a:rPr spc="-254" dirty="0"/>
              <a:t>TIÊU</a:t>
            </a:r>
            <a:r>
              <a:rPr spc="-240" dirty="0"/>
              <a:t> </a:t>
            </a:r>
            <a:r>
              <a:rPr spc="-185" dirty="0"/>
              <a:t>BÀI</a:t>
            </a:r>
            <a:r>
              <a:rPr spc="-240" dirty="0"/>
              <a:t> </a:t>
            </a:r>
            <a:r>
              <a:rPr spc="30" dirty="0"/>
              <a:t>H</a:t>
            </a:r>
            <a:r>
              <a:rPr spc="30" dirty="0">
                <a:latin typeface="Arial"/>
                <a:cs typeface="Arial"/>
              </a:rPr>
              <a:t>Ọ</a:t>
            </a:r>
            <a:r>
              <a:rPr spc="30" dirty="0"/>
              <a:t>C</a:t>
            </a:r>
          </a:p>
        </p:txBody>
      </p:sp>
      <p:sp>
        <p:nvSpPr>
          <p:cNvPr id="16" name="object 16"/>
          <p:cNvSpPr/>
          <p:nvPr/>
        </p:nvSpPr>
        <p:spPr>
          <a:xfrm>
            <a:off x="571500" y="509587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746128"/>
            <a:ext cx="11048999" cy="5619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01675" y="4868682"/>
            <a:ext cx="72929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solidFill>
                  <a:srgbClr val="334155"/>
                </a:solidFill>
                <a:latin typeface="Trebuchet MS"/>
                <a:cs typeface="Trebuchet MS"/>
              </a:rPr>
              <a:t>*H</a:t>
            </a:r>
            <a:r>
              <a:rPr sz="1500" i="1" dirty="0">
                <a:solidFill>
                  <a:srgbClr val="334155"/>
                </a:solidFill>
                <a:latin typeface="Arial"/>
                <a:cs typeface="Arial"/>
              </a:rPr>
              <a:t>ệ</a:t>
            </a:r>
            <a:r>
              <a:rPr sz="1500" i="1" spc="-100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500" i="1" spc="-60" dirty="0">
                <a:solidFill>
                  <a:srgbClr val="334155"/>
                </a:solidFill>
                <a:latin typeface="Trebuchet MS"/>
                <a:cs typeface="Trebuchet MS"/>
              </a:rPr>
              <a:t>th</a:t>
            </a:r>
            <a:r>
              <a:rPr sz="1500" i="1" spc="-60" dirty="0">
                <a:solidFill>
                  <a:srgbClr val="334155"/>
                </a:solidFill>
                <a:latin typeface="Arial"/>
                <a:cs typeface="Arial"/>
              </a:rPr>
              <a:t>ố</a:t>
            </a:r>
            <a:r>
              <a:rPr sz="1500" i="1" spc="-60" dirty="0">
                <a:solidFill>
                  <a:srgbClr val="334155"/>
                </a:solidFill>
                <a:latin typeface="Trebuchet MS"/>
                <a:cs typeface="Trebuchet MS"/>
              </a:rPr>
              <a:t>ng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334155"/>
                </a:solidFill>
                <a:latin typeface="Trebuchet MS"/>
                <a:cs typeface="Trebuchet MS"/>
              </a:rPr>
              <a:t>xoang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60" dirty="0">
                <a:solidFill>
                  <a:srgbClr val="334155"/>
                </a:solidFill>
                <a:latin typeface="Trebuchet MS"/>
                <a:cs typeface="Trebuchet MS"/>
              </a:rPr>
              <a:t>bao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100" dirty="0">
                <a:solidFill>
                  <a:srgbClr val="334155"/>
                </a:solidFill>
                <a:latin typeface="Trebuchet MS"/>
                <a:cs typeface="Trebuchet MS"/>
              </a:rPr>
              <a:t>g</a:t>
            </a:r>
            <a:r>
              <a:rPr sz="1500" i="1" spc="-100" dirty="0">
                <a:solidFill>
                  <a:srgbClr val="334155"/>
                </a:solidFill>
                <a:latin typeface="Arial"/>
                <a:cs typeface="Arial"/>
              </a:rPr>
              <a:t>ồ</a:t>
            </a:r>
            <a:r>
              <a:rPr sz="1500" i="1" spc="-100" dirty="0">
                <a:solidFill>
                  <a:srgbClr val="334155"/>
                </a:solidFill>
                <a:latin typeface="Trebuchet MS"/>
                <a:cs typeface="Trebuchet MS"/>
              </a:rPr>
              <a:t>m: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35" dirty="0">
                <a:solidFill>
                  <a:srgbClr val="334155"/>
                </a:solidFill>
                <a:latin typeface="Trebuchet MS"/>
                <a:cs typeface="Trebuchet MS"/>
              </a:rPr>
              <a:t>Xoang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70" dirty="0">
                <a:solidFill>
                  <a:srgbClr val="334155"/>
                </a:solidFill>
                <a:latin typeface="Trebuchet MS"/>
                <a:cs typeface="Trebuchet MS"/>
              </a:rPr>
              <a:t>hàm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334155"/>
                </a:solidFill>
                <a:latin typeface="Trebuchet MS"/>
                <a:cs typeface="Trebuchet MS"/>
              </a:rPr>
              <a:t>(hay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334155"/>
                </a:solidFill>
                <a:latin typeface="Trebuchet MS"/>
                <a:cs typeface="Trebuchet MS"/>
              </a:rPr>
              <a:t>g</a:t>
            </a:r>
            <a:r>
              <a:rPr sz="1500" i="1" spc="-50" dirty="0">
                <a:solidFill>
                  <a:srgbClr val="334155"/>
                </a:solidFill>
                <a:latin typeface="Arial"/>
                <a:cs typeface="Arial"/>
              </a:rPr>
              <a:t>ặ</a:t>
            </a:r>
            <a:r>
              <a:rPr sz="1500" i="1" spc="-50" dirty="0">
                <a:solidFill>
                  <a:srgbClr val="334155"/>
                </a:solidFill>
                <a:latin typeface="Trebuchet MS"/>
                <a:cs typeface="Trebuchet MS"/>
              </a:rPr>
              <a:t>p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105" dirty="0">
                <a:solidFill>
                  <a:srgbClr val="334155"/>
                </a:solidFill>
                <a:latin typeface="Trebuchet MS"/>
                <a:cs typeface="Trebuchet MS"/>
              </a:rPr>
              <a:t>nh</a:t>
            </a:r>
            <a:r>
              <a:rPr sz="1500" i="1" spc="-105" dirty="0">
                <a:solidFill>
                  <a:srgbClr val="334155"/>
                </a:solidFill>
                <a:latin typeface="Arial"/>
                <a:cs typeface="Arial"/>
              </a:rPr>
              <a:t>ấ</a:t>
            </a:r>
            <a:r>
              <a:rPr sz="1500" i="1" spc="-105" dirty="0">
                <a:solidFill>
                  <a:srgbClr val="334155"/>
                </a:solidFill>
                <a:latin typeface="Trebuchet MS"/>
                <a:cs typeface="Trebuchet MS"/>
              </a:rPr>
              <a:t>t),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334155"/>
                </a:solidFill>
                <a:latin typeface="Trebuchet MS"/>
                <a:cs typeface="Trebuchet MS"/>
              </a:rPr>
              <a:t>xoang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120" dirty="0">
                <a:solidFill>
                  <a:srgbClr val="334155"/>
                </a:solidFill>
                <a:latin typeface="Trebuchet MS"/>
                <a:cs typeface="Trebuchet MS"/>
              </a:rPr>
              <a:t>trán,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334155"/>
                </a:solidFill>
                <a:latin typeface="Trebuchet MS"/>
                <a:cs typeface="Trebuchet MS"/>
              </a:rPr>
              <a:t>xoang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334155"/>
                </a:solidFill>
                <a:latin typeface="Trebuchet MS"/>
                <a:cs typeface="Trebuchet MS"/>
              </a:rPr>
              <a:t>sàng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50" dirty="0">
                <a:solidFill>
                  <a:srgbClr val="334155"/>
                </a:solidFill>
                <a:latin typeface="Trebuchet MS"/>
                <a:cs typeface="Trebuchet MS"/>
              </a:rPr>
              <a:t>và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65" dirty="0">
                <a:solidFill>
                  <a:srgbClr val="334155"/>
                </a:solidFill>
                <a:latin typeface="Trebuchet MS"/>
                <a:cs typeface="Trebuchet MS"/>
              </a:rPr>
              <a:t>xoang</a:t>
            </a:r>
            <a:r>
              <a:rPr sz="1500" i="1" spc="-135" dirty="0">
                <a:solidFill>
                  <a:srgbClr val="334155"/>
                </a:solidFill>
                <a:latin typeface="Trebuchet MS"/>
                <a:cs typeface="Trebuchet MS"/>
              </a:rPr>
              <a:t> </a:t>
            </a:r>
            <a:r>
              <a:rPr sz="1500" i="1" spc="-10" dirty="0">
                <a:solidFill>
                  <a:srgbClr val="334155"/>
                </a:solidFill>
                <a:latin typeface="Trebuchet MS"/>
                <a:cs typeface="Trebuchet MS"/>
              </a:rPr>
              <a:t>b</a:t>
            </a:r>
            <a:r>
              <a:rPr sz="1500" i="1" spc="-10" dirty="0">
                <a:solidFill>
                  <a:srgbClr val="334155"/>
                </a:solidFill>
                <a:latin typeface="Arial"/>
                <a:cs typeface="Arial"/>
              </a:rPr>
              <a:t>ướ</a:t>
            </a:r>
            <a:r>
              <a:rPr sz="1500" i="1" spc="-10" dirty="0">
                <a:solidFill>
                  <a:srgbClr val="334155"/>
                </a:solidFill>
                <a:latin typeface="Trebuchet MS"/>
                <a:cs typeface="Trebuchet MS"/>
              </a:rPr>
              <a:t>m.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800" y="2506841"/>
            <a:ext cx="5132705" cy="194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335" dirty="0">
                <a:solidFill>
                  <a:srgbClr val="0284C7"/>
                </a:solidFill>
                <a:latin typeface="Tahoma"/>
                <a:cs typeface="Tahoma"/>
              </a:rPr>
              <a:t>1.1.</a:t>
            </a:r>
            <a:r>
              <a:rPr sz="2250" b="1" spc="-17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60" dirty="0">
                <a:solidFill>
                  <a:srgbClr val="0284C7"/>
                </a:solidFill>
                <a:latin typeface="Tahoma"/>
                <a:cs typeface="Tahoma"/>
              </a:rPr>
              <a:t>Khái</a:t>
            </a:r>
            <a:r>
              <a:rPr sz="2250" b="1" spc="-17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45" dirty="0">
                <a:solidFill>
                  <a:srgbClr val="0284C7"/>
                </a:solidFill>
                <a:latin typeface="Tahoma"/>
                <a:cs typeface="Tahoma"/>
              </a:rPr>
              <a:t>ni</a:t>
            </a:r>
            <a:r>
              <a:rPr sz="2250" b="1" spc="45" dirty="0">
                <a:solidFill>
                  <a:srgbClr val="0284C7"/>
                </a:solidFill>
                <a:latin typeface="Arial"/>
                <a:cs typeface="Arial"/>
              </a:rPr>
              <a:t>ệ</a:t>
            </a:r>
            <a:r>
              <a:rPr sz="2250" b="1" spc="45" dirty="0">
                <a:solidFill>
                  <a:srgbClr val="0284C7"/>
                </a:solidFill>
                <a:latin typeface="Tahoma"/>
                <a:cs typeface="Tahoma"/>
              </a:rPr>
              <a:t>m</a:t>
            </a:r>
            <a:endParaRPr sz="2250">
              <a:latin typeface="Tahoma"/>
              <a:cs typeface="Tahoma"/>
            </a:endParaRPr>
          </a:p>
          <a:p>
            <a:pPr marL="12700" marR="5080">
              <a:lnSpc>
                <a:spcPct val="145000"/>
              </a:lnSpc>
              <a:spcBef>
                <a:spcPts val="1005"/>
              </a:spcBef>
            </a:pP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Là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tình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spc="65" dirty="0">
                <a:solidFill>
                  <a:srgbClr val="334155"/>
                </a:solidFill>
                <a:latin typeface="Microsoft Sans Serif"/>
                <a:cs typeface="Microsoft Sans Serif"/>
              </a:rPr>
              <a:t>ớ</a:t>
            </a:r>
            <a:r>
              <a:rPr sz="1650" spc="65" dirty="0">
                <a:solidFill>
                  <a:srgbClr val="334155"/>
                </a:solidFill>
                <a:latin typeface="Tahoma"/>
                <a:cs typeface="Tahoma"/>
              </a:rPr>
              <a:t>p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niêm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lót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trong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lòng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các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xoang c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i.</a:t>
            </a:r>
            <a:endParaRPr sz="1650">
              <a:latin typeface="Tahoma"/>
              <a:cs typeface="Tahoma"/>
            </a:endParaRPr>
          </a:p>
          <a:p>
            <a:pPr marL="12700" marR="94615">
              <a:lnSpc>
                <a:spcPts val="2870"/>
              </a:lnSpc>
              <a:spcBef>
                <a:spcPts val="45"/>
              </a:spcBef>
            </a:pPr>
            <a:r>
              <a:rPr sz="1650" b="1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1" spc="-10" dirty="0">
                <a:solidFill>
                  <a:srgbClr val="334155"/>
                </a:solidFill>
                <a:latin typeface="Arial"/>
                <a:cs typeface="Arial"/>
              </a:rPr>
              <a:t>ơ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105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b="1" spc="-105" dirty="0">
                <a:solidFill>
                  <a:srgbClr val="334155"/>
                </a:solidFill>
                <a:latin typeface="Arial"/>
                <a:cs typeface="Arial"/>
              </a:rPr>
              <a:t>ế</a:t>
            </a:r>
            <a:r>
              <a:rPr sz="1650" b="1" spc="-105" dirty="0">
                <a:solidFill>
                  <a:srgbClr val="334155"/>
                </a:solidFill>
                <a:latin typeface="Tahoma"/>
                <a:cs typeface="Tahoma"/>
              </a:rPr>
              <a:t>: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Phù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ề</a:t>
            </a:r>
            <a:r>
              <a:rPr sz="1650" spc="-9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niêm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5" dirty="0">
                <a:solidFill>
                  <a:srgbClr val="334155"/>
                </a:solidFill>
                <a:latin typeface="Tahoma"/>
                <a:cs typeface="Tahoma"/>
              </a:rPr>
              <a:t>-</a:t>
            </a:r>
            <a:r>
              <a:rPr sz="1650" spc="-200" dirty="0">
                <a:solidFill>
                  <a:srgbClr val="334155"/>
                </a:solidFill>
                <a:latin typeface="Tahoma"/>
                <a:cs typeface="Tahoma"/>
              </a:rPr>
              <a:t>&gt;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334155"/>
                </a:solidFill>
                <a:latin typeface="Tahoma"/>
                <a:cs typeface="Tahoma"/>
              </a:rPr>
              <a:t>Bít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ắ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ỗ</a:t>
            </a:r>
            <a:r>
              <a:rPr sz="1650" spc="-9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thông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xoang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5" dirty="0">
                <a:solidFill>
                  <a:srgbClr val="334155"/>
                </a:solidFill>
                <a:latin typeface="Tahoma"/>
                <a:cs typeface="Tahoma"/>
              </a:rPr>
              <a:t>-</a:t>
            </a:r>
            <a:r>
              <a:rPr sz="1650" spc="-200" dirty="0">
                <a:solidFill>
                  <a:srgbClr val="334155"/>
                </a:solidFill>
                <a:latin typeface="Tahoma"/>
                <a:cs typeface="Tahoma"/>
              </a:rPr>
              <a:t>&gt;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160" dirty="0">
                <a:solidFill>
                  <a:srgbClr val="334155"/>
                </a:solidFill>
                <a:latin typeface="Microsoft Sans Serif"/>
                <a:cs typeface="Microsoft Sans Serif"/>
              </a:rPr>
              <a:t>Ứ 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đọ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ầ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y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5" dirty="0">
                <a:solidFill>
                  <a:srgbClr val="334155"/>
                </a:solidFill>
                <a:latin typeface="Tahoma"/>
                <a:cs typeface="Tahoma"/>
              </a:rPr>
              <a:t>-</a:t>
            </a:r>
            <a:r>
              <a:rPr sz="1650" spc="-200" dirty="0">
                <a:solidFill>
                  <a:srgbClr val="334155"/>
                </a:solidFill>
                <a:latin typeface="Tahoma"/>
                <a:cs typeface="Tahoma"/>
              </a:rPr>
              <a:t>&gt;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Nhi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ễ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khu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ẩ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hình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thành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3800" y="2506841"/>
            <a:ext cx="3288029" cy="870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229" dirty="0">
                <a:solidFill>
                  <a:srgbClr val="0284C7"/>
                </a:solidFill>
                <a:latin typeface="Tahoma"/>
                <a:cs typeface="Tahoma"/>
              </a:rPr>
              <a:t>1.2.</a:t>
            </a:r>
            <a:r>
              <a:rPr sz="2250" b="1" spc="-18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55" dirty="0">
                <a:solidFill>
                  <a:srgbClr val="0284C7"/>
                </a:solidFill>
                <a:latin typeface="Tahoma"/>
                <a:cs typeface="Tahoma"/>
              </a:rPr>
              <a:t>Phân</a:t>
            </a:r>
            <a:r>
              <a:rPr sz="2250" b="1" spc="-17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lo</a:t>
            </a:r>
            <a:r>
              <a:rPr sz="2250" b="1" dirty="0">
                <a:solidFill>
                  <a:srgbClr val="0284C7"/>
                </a:solidFill>
                <a:latin typeface="Arial"/>
                <a:cs typeface="Arial"/>
              </a:rPr>
              <a:t>ạ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i</a:t>
            </a:r>
            <a:r>
              <a:rPr sz="2250" b="1" spc="-17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125" dirty="0">
                <a:solidFill>
                  <a:srgbClr val="0284C7"/>
                </a:solidFill>
                <a:latin typeface="Tahoma"/>
                <a:cs typeface="Tahoma"/>
              </a:rPr>
              <a:t>lâm</a:t>
            </a:r>
            <a:r>
              <a:rPr sz="2250" b="1" spc="-17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85" dirty="0">
                <a:solidFill>
                  <a:srgbClr val="0284C7"/>
                </a:solidFill>
                <a:latin typeface="Tahoma"/>
                <a:cs typeface="Tahoma"/>
              </a:rPr>
              <a:t>sàng</a:t>
            </a:r>
            <a:endParaRPr sz="2250">
              <a:latin typeface="Tahoma"/>
              <a:cs typeface="Tahoma"/>
            </a:endParaRPr>
          </a:p>
          <a:p>
            <a:pPr marL="328930" algn="ctr">
              <a:lnSpc>
                <a:spcPct val="100000"/>
              </a:lnSpc>
              <a:spcBef>
                <a:spcPts val="1970"/>
              </a:spcBef>
            </a:pPr>
            <a:r>
              <a:rPr sz="1650" b="1" spc="-4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1" spc="-45" dirty="0">
                <a:solidFill>
                  <a:srgbClr val="334155"/>
                </a:solidFill>
                <a:latin typeface="Arial"/>
                <a:cs typeface="Arial"/>
              </a:rPr>
              <a:t>ấ</a:t>
            </a:r>
            <a:r>
              <a:rPr sz="1650" b="1" spc="-45" dirty="0">
                <a:solidFill>
                  <a:srgbClr val="334155"/>
                </a:solidFill>
                <a:latin typeface="Tahoma"/>
                <a:cs typeface="Tahoma"/>
              </a:rPr>
              <a:t>p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tính:</a:t>
            </a:r>
            <a:r>
              <a:rPr sz="1650" b="1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Kéo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dài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95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95" dirty="0">
                <a:solidFill>
                  <a:srgbClr val="334155"/>
                </a:solidFill>
                <a:latin typeface="Microsoft Sans Serif"/>
                <a:cs typeface="Microsoft Sans Serif"/>
              </a:rPr>
              <a:t>ướ</a:t>
            </a:r>
            <a:r>
              <a:rPr sz="1650" spc="95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4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tu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ầ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n.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2425" y="3575646"/>
            <a:ext cx="247459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Bán</a:t>
            </a:r>
            <a:r>
              <a:rPr sz="1650" b="1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1" spc="-100" dirty="0">
                <a:solidFill>
                  <a:srgbClr val="334155"/>
                </a:solidFill>
                <a:latin typeface="Arial"/>
                <a:cs typeface="Arial"/>
              </a:rPr>
              <a:t>ấ</a:t>
            </a:r>
            <a:r>
              <a:rPr sz="1650" b="1" spc="-100" dirty="0">
                <a:solidFill>
                  <a:srgbClr val="334155"/>
                </a:solidFill>
                <a:latin typeface="Tahoma"/>
                <a:cs typeface="Tahoma"/>
              </a:rPr>
              <a:t>p:</a:t>
            </a:r>
            <a:r>
              <a:rPr sz="1650" b="1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10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100" dirty="0">
                <a:solidFill>
                  <a:srgbClr val="334155"/>
                </a:solidFill>
                <a:latin typeface="Microsoft Sans Serif"/>
                <a:cs typeface="Microsoft Sans Serif"/>
              </a:rPr>
              <a:t>ừ</a:t>
            </a:r>
            <a:r>
              <a:rPr sz="1650" spc="-10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4</a:t>
            </a:r>
            <a:r>
              <a:rPr sz="165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đế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12</a:t>
            </a:r>
            <a:r>
              <a:rPr sz="165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tu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ầ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n.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2425" y="4050855"/>
            <a:ext cx="322961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80" dirty="0">
                <a:solidFill>
                  <a:srgbClr val="334155"/>
                </a:solidFill>
                <a:latin typeface="Tahoma"/>
                <a:cs typeface="Tahoma"/>
              </a:rPr>
              <a:t>Mãn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tính: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Trên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12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tu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ầ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n,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ễ</a:t>
            </a:r>
            <a:r>
              <a:rPr sz="1650" spc="-9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tái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phát.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0" y="3159621"/>
            <a:ext cx="228599" cy="2476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3634829"/>
            <a:ext cx="171449" cy="2476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500" y="4110037"/>
            <a:ext cx="200024" cy="24764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49300" y="542797"/>
            <a:ext cx="5258435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65" dirty="0"/>
              <a:t>1.</a:t>
            </a:r>
            <a:r>
              <a:rPr spc="-200" dirty="0"/>
              <a:t> </a:t>
            </a:r>
            <a:r>
              <a:rPr spc="-260" dirty="0"/>
              <a:t>Đ</a:t>
            </a:r>
            <a:r>
              <a:rPr spc="-260" dirty="0">
                <a:latin typeface="Arial"/>
                <a:cs typeface="Arial"/>
              </a:rPr>
              <a:t>Ạ</a:t>
            </a:r>
            <a:r>
              <a:rPr spc="-260" dirty="0"/>
              <a:t>I</a:t>
            </a:r>
            <a:r>
              <a:rPr spc="-200" dirty="0"/>
              <a:t> </a:t>
            </a:r>
            <a:r>
              <a:rPr dirty="0"/>
              <a:t>C</a:t>
            </a:r>
            <a:r>
              <a:rPr dirty="0">
                <a:latin typeface="Arial"/>
                <a:cs typeface="Arial"/>
              </a:rPr>
              <a:t>ƯƠ</a:t>
            </a:r>
            <a:r>
              <a:rPr dirty="0"/>
              <a:t>NG</a:t>
            </a:r>
            <a:r>
              <a:rPr spc="-200" dirty="0"/>
              <a:t> </a:t>
            </a:r>
            <a:r>
              <a:rPr dirty="0"/>
              <a:t>&amp;</a:t>
            </a:r>
            <a:r>
              <a:rPr spc="-200" dirty="0"/>
              <a:t> </a:t>
            </a:r>
            <a:r>
              <a:rPr spc="-305" dirty="0"/>
              <a:t>GI</a:t>
            </a:r>
            <a:r>
              <a:rPr spc="-305" dirty="0">
                <a:latin typeface="Arial"/>
                <a:cs typeface="Arial"/>
              </a:rPr>
              <a:t>Ả</a:t>
            </a:r>
            <a:r>
              <a:rPr spc="-305" dirty="0"/>
              <a:t>I</a:t>
            </a:r>
            <a:r>
              <a:rPr spc="-200" dirty="0"/>
              <a:t> </a:t>
            </a:r>
            <a:r>
              <a:rPr spc="-25" dirty="0"/>
              <a:t>PH</a:t>
            </a:r>
            <a:r>
              <a:rPr spc="-25" dirty="0">
                <a:latin typeface="Arial"/>
                <a:cs typeface="Arial"/>
              </a:rPr>
              <a:t>Ẫ</a:t>
            </a:r>
            <a:r>
              <a:rPr spc="-25" dirty="0"/>
              <a:t>U</a:t>
            </a:r>
          </a:p>
        </p:txBody>
      </p:sp>
      <p:sp>
        <p:nvSpPr>
          <p:cNvPr id="12" name="object 12"/>
          <p:cNvSpPr/>
          <p:nvPr/>
        </p:nvSpPr>
        <p:spPr>
          <a:xfrm>
            <a:off x="571500" y="571500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1776412"/>
            <a:ext cx="5333999" cy="4286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87425" y="1832749"/>
            <a:ext cx="4929505" cy="309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9890">
              <a:lnSpc>
                <a:spcPct val="145000"/>
              </a:lnSpc>
              <a:spcBef>
                <a:spcPts val="100"/>
              </a:spcBef>
            </a:pPr>
            <a:r>
              <a:rPr sz="1650" b="1" spc="-85" dirty="0">
                <a:solidFill>
                  <a:srgbClr val="334155"/>
                </a:solidFill>
                <a:latin typeface="Tahoma"/>
                <a:cs typeface="Tahoma"/>
              </a:rPr>
              <a:t>Nhi</a:t>
            </a:r>
            <a:r>
              <a:rPr sz="1650" b="1" spc="-85" dirty="0">
                <a:solidFill>
                  <a:srgbClr val="334155"/>
                </a:solidFill>
                <a:latin typeface="Arial"/>
                <a:cs typeface="Arial"/>
              </a:rPr>
              <a:t>ễ</a:t>
            </a:r>
            <a:r>
              <a:rPr sz="1650" b="1" spc="-8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khu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ẩ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n: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p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sau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45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p,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cúm,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35" dirty="0">
                <a:solidFill>
                  <a:srgbClr val="334155"/>
                </a:solidFill>
                <a:latin typeface="Tahoma"/>
                <a:cs typeface="Tahoma"/>
              </a:rPr>
              <a:t>s</a:t>
            </a:r>
            <a:r>
              <a:rPr sz="1650" spc="35" dirty="0">
                <a:solidFill>
                  <a:srgbClr val="334155"/>
                </a:solidFill>
                <a:latin typeface="Microsoft Sans Serif"/>
                <a:cs typeface="Microsoft Sans Serif"/>
              </a:rPr>
              <a:t>ở</a:t>
            </a:r>
            <a:r>
              <a:rPr sz="1650" spc="35" dirty="0">
                <a:solidFill>
                  <a:srgbClr val="334155"/>
                </a:solidFill>
                <a:latin typeface="Tahoma"/>
                <a:cs typeface="Tahoma"/>
              </a:rPr>
              <a:t>i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các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nhi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ễ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trùng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334155"/>
                </a:solidFill>
                <a:latin typeface="Microsoft Sans Serif"/>
                <a:cs typeface="Microsoft Sans Serif"/>
              </a:rPr>
              <a:t>đườ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hô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p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trên.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45000"/>
              </a:lnSpc>
              <a:spcBef>
                <a:spcPts val="390"/>
              </a:spcBef>
            </a:pPr>
            <a:r>
              <a:rPr sz="1650" b="1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1" spc="-10" dirty="0">
                <a:solidFill>
                  <a:srgbClr val="334155"/>
                </a:solidFill>
                <a:latin typeface="Arial"/>
                <a:cs typeface="Arial"/>
              </a:rPr>
              <a:t>ơ</a:t>
            </a:r>
            <a:r>
              <a:rPr sz="1650" b="1" spc="-120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55" dirty="0">
                <a:solidFill>
                  <a:srgbClr val="334155"/>
                </a:solidFill>
                <a:latin typeface="Arial"/>
                <a:cs typeface="Arial"/>
              </a:rPr>
              <a:t>đị</a:t>
            </a:r>
            <a:r>
              <a:rPr sz="1650" b="1" spc="-55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6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b="1" spc="-60" dirty="0">
                <a:solidFill>
                  <a:srgbClr val="334155"/>
                </a:solidFill>
                <a:latin typeface="Arial"/>
                <a:cs typeface="Arial"/>
              </a:rPr>
              <a:t>ị</a:t>
            </a:r>
            <a:r>
              <a:rPr sz="1650" b="1" spc="-120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130" dirty="0">
                <a:solidFill>
                  <a:srgbClr val="334155"/>
                </a:solidFill>
                <a:latin typeface="Arial"/>
                <a:cs typeface="Arial"/>
              </a:rPr>
              <a:t>ứ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ng: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5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10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334155"/>
                </a:solidFill>
                <a:latin typeface="Tahoma"/>
                <a:cs typeface="Tahoma"/>
              </a:rPr>
              <a:t>v</a:t>
            </a:r>
            <a:r>
              <a:rPr sz="1650" spc="75" dirty="0">
                <a:solidFill>
                  <a:srgbClr val="334155"/>
                </a:solidFill>
                <a:latin typeface="Microsoft Sans Serif"/>
                <a:cs typeface="Microsoft Sans Serif"/>
              </a:rPr>
              <a:t>ớ</a:t>
            </a:r>
            <a:r>
              <a:rPr sz="1650" spc="75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spc="60" dirty="0">
                <a:solidFill>
                  <a:srgbClr val="334155"/>
                </a:solidFill>
                <a:latin typeface="Microsoft Sans Serif"/>
                <a:cs typeface="Microsoft Sans Serif"/>
              </a:rPr>
              <a:t>ờ</a:t>
            </a:r>
            <a:r>
              <a:rPr sz="1650" spc="6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t,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ph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55" dirty="0">
                <a:solidFill>
                  <a:srgbClr val="334155"/>
                </a:solidFill>
                <a:latin typeface="Tahoma"/>
                <a:cs typeface="Tahoma"/>
              </a:rPr>
              <a:t>hoa,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hóa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t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làm</a:t>
            </a:r>
            <a:r>
              <a:rPr sz="165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niêm</a:t>
            </a:r>
            <a:r>
              <a:rPr sz="165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phù</a:t>
            </a:r>
            <a:r>
              <a:rPr sz="165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ề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.</a:t>
            </a:r>
            <a:endParaRPr sz="1650">
              <a:latin typeface="Tahoma"/>
              <a:cs typeface="Tahoma"/>
            </a:endParaRPr>
          </a:p>
          <a:p>
            <a:pPr marL="12700" marR="134620">
              <a:lnSpc>
                <a:spcPct val="145000"/>
              </a:lnSpc>
              <a:spcBef>
                <a:spcPts val="390"/>
              </a:spcBef>
            </a:pPr>
            <a:r>
              <a:rPr sz="1650" b="1" spc="-5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b="1" spc="-50" dirty="0">
                <a:solidFill>
                  <a:srgbClr val="334155"/>
                </a:solidFill>
                <a:latin typeface="Arial"/>
                <a:cs typeface="Arial"/>
              </a:rPr>
              <a:t>ấ</a:t>
            </a:r>
            <a:r>
              <a:rPr sz="1650" b="1" spc="-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5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b="1" spc="-95" dirty="0">
                <a:solidFill>
                  <a:srgbClr val="334155"/>
                </a:solidFill>
                <a:latin typeface="Arial"/>
                <a:cs typeface="Arial"/>
              </a:rPr>
              <a:t>ườ</a:t>
            </a:r>
            <a:r>
              <a:rPr sz="1650" b="1" spc="-9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8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1" spc="-80" dirty="0">
                <a:solidFill>
                  <a:srgbClr val="334155"/>
                </a:solidFill>
                <a:latin typeface="Arial"/>
                <a:cs typeface="Arial"/>
              </a:rPr>
              <a:t>ấ</a:t>
            </a:r>
            <a:r>
              <a:rPr sz="1650" b="1" spc="-8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334155"/>
                </a:solidFill>
                <a:latin typeface="Tahoma"/>
                <a:cs typeface="Tahoma"/>
              </a:rPr>
              <a:t>trúc:</a:t>
            </a:r>
            <a:r>
              <a:rPr sz="1650" b="1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vách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45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i,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Polyp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i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gây</a:t>
            </a:r>
            <a:r>
              <a:rPr sz="165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95" dirty="0">
                <a:solidFill>
                  <a:srgbClr val="334155"/>
                </a:solidFill>
                <a:latin typeface="Tahoma"/>
                <a:cs typeface="Tahoma"/>
              </a:rPr>
              <a:t>tr</a:t>
            </a:r>
            <a:r>
              <a:rPr sz="1650" spc="95" dirty="0">
                <a:solidFill>
                  <a:srgbClr val="334155"/>
                </a:solidFill>
                <a:latin typeface="Microsoft Sans Serif"/>
                <a:cs typeface="Microsoft Sans Serif"/>
              </a:rPr>
              <a:t>ở</a:t>
            </a:r>
            <a:r>
              <a:rPr sz="1650" spc="-11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ẫ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spc="75" dirty="0">
                <a:solidFill>
                  <a:srgbClr val="334155"/>
                </a:solidFill>
                <a:latin typeface="Microsoft Sans Serif"/>
                <a:cs typeface="Microsoft Sans Serif"/>
              </a:rPr>
              <a:t>ư</a:t>
            </a:r>
            <a:r>
              <a:rPr sz="1650" spc="75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ch.</a:t>
            </a:r>
            <a:endParaRPr sz="1650">
              <a:latin typeface="Tahoma"/>
              <a:cs typeface="Tahoma"/>
            </a:endParaRPr>
          </a:p>
          <a:p>
            <a:pPr marL="12700" marR="135255">
              <a:lnSpc>
                <a:spcPct val="145000"/>
              </a:lnSpc>
              <a:spcBef>
                <a:spcPts val="395"/>
              </a:spcBef>
            </a:pPr>
            <a:r>
              <a:rPr sz="1650" b="1" spc="-65" dirty="0">
                <a:solidFill>
                  <a:srgbClr val="334155"/>
                </a:solidFill>
                <a:latin typeface="Tahoma"/>
                <a:cs typeface="Tahoma"/>
              </a:rPr>
              <a:t>Do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r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ă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ng: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Sâu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r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hàm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trên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(R5,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R6,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R7)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lan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334155"/>
                </a:solidFill>
                <a:latin typeface="Tahoma"/>
                <a:cs typeface="Tahoma"/>
              </a:rPr>
              <a:t>tr</a:t>
            </a:r>
            <a:r>
              <a:rPr sz="1650" spc="80" dirty="0">
                <a:solidFill>
                  <a:srgbClr val="334155"/>
                </a:solidFill>
                <a:latin typeface="Microsoft Sans Serif"/>
                <a:cs typeface="Microsoft Sans Serif"/>
              </a:rPr>
              <a:t>ự</a:t>
            </a:r>
            <a:r>
              <a:rPr sz="1650" spc="8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ti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p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vào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xoang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hàm.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005012"/>
            <a:ext cx="228599" cy="247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2783978"/>
            <a:ext cx="285749" cy="2476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3562944"/>
            <a:ext cx="200024" cy="2476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500" y="4341911"/>
            <a:ext cx="200024" cy="2476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2.</a:t>
            </a:r>
            <a:r>
              <a:rPr spc="-235" dirty="0"/>
              <a:t> </a:t>
            </a:r>
            <a:r>
              <a:rPr spc="-75" dirty="0"/>
              <a:t>NGUYÊN</a:t>
            </a:r>
            <a:r>
              <a:rPr spc="-229" dirty="0"/>
              <a:t> </a:t>
            </a:r>
            <a:r>
              <a:rPr spc="-30" dirty="0"/>
              <a:t>NHÂN</a:t>
            </a:r>
            <a:r>
              <a:rPr spc="-235" dirty="0"/>
              <a:t> </a:t>
            </a:r>
            <a:r>
              <a:rPr dirty="0"/>
              <a:t>&amp;</a:t>
            </a:r>
            <a:r>
              <a:rPr spc="-229" dirty="0"/>
              <a:t> </a:t>
            </a:r>
            <a:r>
              <a:rPr spc="-45" dirty="0"/>
              <a:t>Y</a:t>
            </a:r>
            <a:r>
              <a:rPr spc="-45" dirty="0">
                <a:latin typeface="Arial"/>
                <a:cs typeface="Arial"/>
              </a:rPr>
              <a:t>Ế</a:t>
            </a:r>
            <a:r>
              <a:rPr spc="-45" dirty="0"/>
              <a:t>U</a:t>
            </a:r>
            <a:r>
              <a:rPr spc="-229" dirty="0"/>
              <a:t> </a:t>
            </a:r>
            <a:r>
              <a:rPr spc="-40" dirty="0"/>
              <a:t>T</a:t>
            </a:r>
            <a:r>
              <a:rPr spc="-40" dirty="0">
                <a:latin typeface="Arial"/>
                <a:cs typeface="Arial"/>
              </a:rPr>
              <a:t>Ố</a:t>
            </a:r>
            <a:r>
              <a:rPr spc="-185" dirty="0">
                <a:latin typeface="Arial"/>
                <a:cs typeface="Arial"/>
              </a:rPr>
              <a:t> </a:t>
            </a:r>
            <a:r>
              <a:rPr spc="-95" dirty="0"/>
              <a:t>THU</a:t>
            </a:r>
            <a:r>
              <a:rPr spc="-95" dirty="0">
                <a:latin typeface="Arial"/>
                <a:cs typeface="Arial"/>
              </a:rPr>
              <a:t>Ậ</a:t>
            </a:r>
            <a:r>
              <a:rPr spc="-95" dirty="0"/>
              <a:t>N</a:t>
            </a:r>
            <a:r>
              <a:rPr spc="-229" dirty="0"/>
              <a:t> </a:t>
            </a:r>
            <a:r>
              <a:rPr spc="-340" dirty="0"/>
              <a:t>L</a:t>
            </a:r>
            <a:r>
              <a:rPr spc="-340" dirty="0">
                <a:latin typeface="Arial"/>
                <a:cs typeface="Arial"/>
              </a:rPr>
              <a:t>Ợ</a:t>
            </a:r>
            <a:r>
              <a:rPr spc="-340" dirty="0"/>
              <a:t>I</a:t>
            </a:r>
          </a:p>
        </p:txBody>
      </p:sp>
      <p:sp>
        <p:nvSpPr>
          <p:cNvPr id="9" name="object 9"/>
          <p:cNvSpPr/>
          <p:nvPr/>
        </p:nvSpPr>
        <p:spPr>
          <a:xfrm>
            <a:off x="571500" y="571500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552575"/>
            <a:ext cx="5405436" cy="23044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5062" y="1552575"/>
            <a:ext cx="5405437" cy="23044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4285654"/>
            <a:ext cx="5405436" cy="20006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15062" y="4285654"/>
            <a:ext cx="5405437" cy="20006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4075" y="1823720"/>
            <a:ext cx="4824730" cy="159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Đau</a:t>
            </a:r>
            <a:r>
              <a:rPr sz="2250" b="1" spc="-13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75" dirty="0">
                <a:solidFill>
                  <a:srgbClr val="0284C7"/>
                </a:solidFill>
                <a:latin typeface="Tahoma"/>
                <a:cs typeface="Tahoma"/>
              </a:rPr>
              <a:t>nh</a:t>
            </a:r>
            <a:r>
              <a:rPr sz="2250" b="1" spc="75" dirty="0">
                <a:solidFill>
                  <a:srgbClr val="0284C7"/>
                </a:solidFill>
                <a:latin typeface="Arial"/>
                <a:cs typeface="Arial"/>
              </a:rPr>
              <a:t>ứ</a:t>
            </a:r>
            <a:r>
              <a:rPr sz="2250" b="1" spc="75" dirty="0">
                <a:solidFill>
                  <a:srgbClr val="0284C7"/>
                </a:solidFill>
                <a:latin typeface="Tahoma"/>
                <a:cs typeface="Tahoma"/>
              </a:rPr>
              <a:t>c</a:t>
            </a:r>
            <a:r>
              <a:rPr sz="2250" b="1" spc="-13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80" dirty="0">
                <a:solidFill>
                  <a:srgbClr val="0284C7"/>
                </a:solidFill>
                <a:latin typeface="Tahoma"/>
                <a:cs typeface="Tahoma"/>
              </a:rPr>
              <a:t>vùng</a:t>
            </a:r>
            <a:r>
              <a:rPr sz="2250" b="1" spc="-13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35" dirty="0">
                <a:solidFill>
                  <a:srgbClr val="0284C7"/>
                </a:solidFill>
                <a:latin typeface="Tahoma"/>
                <a:cs typeface="Tahoma"/>
              </a:rPr>
              <a:t>m</a:t>
            </a:r>
            <a:r>
              <a:rPr sz="2250" b="1" spc="35" dirty="0">
                <a:solidFill>
                  <a:srgbClr val="0284C7"/>
                </a:solidFill>
                <a:latin typeface="Arial"/>
                <a:cs typeface="Arial"/>
              </a:rPr>
              <a:t>ặ</a:t>
            </a:r>
            <a:r>
              <a:rPr sz="2250" b="1" spc="35" dirty="0">
                <a:solidFill>
                  <a:srgbClr val="0284C7"/>
                </a:solidFill>
                <a:latin typeface="Tahoma"/>
                <a:cs typeface="Tahoma"/>
              </a:rPr>
              <a:t>t</a:t>
            </a:r>
            <a:endParaRPr sz="2250">
              <a:latin typeface="Tahoma"/>
              <a:cs typeface="Tahoma"/>
            </a:endParaRPr>
          </a:p>
          <a:p>
            <a:pPr marL="12700" marR="5080">
              <a:lnSpc>
                <a:spcPct val="145000"/>
              </a:lnSpc>
              <a:spcBef>
                <a:spcPts val="1005"/>
              </a:spcBef>
            </a:pP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Tri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chính.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au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khi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cúi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50" dirty="0">
                <a:solidFill>
                  <a:srgbClr val="334155"/>
                </a:solidFill>
                <a:latin typeface="Microsoft Sans Serif"/>
                <a:cs typeface="Microsoft Sans Serif"/>
              </a:rPr>
              <a:t>đầ</a:t>
            </a:r>
            <a:r>
              <a:rPr sz="1650" spc="-50" dirty="0">
                <a:solidFill>
                  <a:srgbClr val="334155"/>
                </a:solidFill>
                <a:latin typeface="Tahoma"/>
                <a:cs typeface="Tahoma"/>
              </a:rPr>
              <a:t>u,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au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theo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gi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ờ </a:t>
            </a:r>
            <a:r>
              <a:rPr sz="1650" spc="-55" dirty="0">
                <a:solidFill>
                  <a:srgbClr val="334155"/>
                </a:solidFill>
                <a:latin typeface="Tahoma"/>
                <a:cs typeface="Tahoma"/>
              </a:rPr>
              <a:t>(xoang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trán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au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nhi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ề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lúc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10h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85" dirty="0">
                <a:solidFill>
                  <a:srgbClr val="334155"/>
                </a:solidFill>
                <a:latin typeface="Tahoma"/>
                <a:cs typeface="Tahoma"/>
              </a:rPr>
              <a:t>sáng).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334155"/>
                </a:solidFill>
                <a:latin typeface="Tahoma"/>
                <a:cs typeface="Tahoma"/>
              </a:rPr>
              <a:t>V</a:t>
            </a:r>
            <a:r>
              <a:rPr sz="1650" spc="55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8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334155"/>
                </a:solidFill>
                <a:latin typeface="Tahoma"/>
                <a:cs typeface="Tahoma"/>
              </a:rPr>
              <a:t>trí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au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báo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xoang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viêm.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7637" y="1823720"/>
            <a:ext cx="4584065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95" dirty="0">
                <a:solidFill>
                  <a:srgbClr val="0284C7"/>
                </a:solidFill>
                <a:latin typeface="Tahoma"/>
                <a:cs typeface="Tahoma"/>
              </a:rPr>
              <a:t>Ch</a:t>
            </a:r>
            <a:r>
              <a:rPr sz="2250" b="1" spc="95" dirty="0">
                <a:solidFill>
                  <a:srgbClr val="0284C7"/>
                </a:solidFill>
                <a:latin typeface="Arial"/>
                <a:cs typeface="Arial"/>
              </a:rPr>
              <a:t>ả</a:t>
            </a:r>
            <a:r>
              <a:rPr sz="2250" b="1" spc="95" dirty="0">
                <a:solidFill>
                  <a:srgbClr val="0284C7"/>
                </a:solidFill>
                <a:latin typeface="Tahoma"/>
                <a:cs typeface="Tahoma"/>
              </a:rPr>
              <a:t>y</a:t>
            </a:r>
            <a:r>
              <a:rPr sz="2250" b="1" spc="-18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95" dirty="0">
                <a:solidFill>
                  <a:srgbClr val="0284C7"/>
                </a:solidFill>
                <a:latin typeface="Tahoma"/>
                <a:cs typeface="Tahoma"/>
              </a:rPr>
              <a:t>mũi</a:t>
            </a:r>
            <a:r>
              <a:rPr sz="2250" b="1" spc="-18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65" dirty="0">
                <a:solidFill>
                  <a:srgbClr val="0284C7"/>
                </a:solidFill>
                <a:latin typeface="Tahoma"/>
                <a:cs typeface="Tahoma"/>
              </a:rPr>
              <a:t>m</a:t>
            </a:r>
            <a:r>
              <a:rPr sz="2250" b="1" spc="65" dirty="0">
                <a:solidFill>
                  <a:srgbClr val="0284C7"/>
                </a:solidFill>
                <a:latin typeface="Arial"/>
                <a:cs typeface="Arial"/>
              </a:rPr>
              <a:t>ủ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45000"/>
              </a:lnSpc>
              <a:spcBef>
                <a:spcPts val="1005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vàng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xanh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334155"/>
                </a:solidFill>
                <a:latin typeface="Microsoft Sans Serif"/>
                <a:cs typeface="Microsoft Sans Serif"/>
              </a:rPr>
              <a:t>đặ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c,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mùi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hôi.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y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ra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50" dirty="0">
                <a:solidFill>
                  <a:srgbClr val="334155"/>
                </a:solidFill>
                <a:latin typeface="Microsoft Sans Serif"/>
                <a:cs typeface="Microsoft Sans Serif"/>
              </a:rPr>
              <a:t>ử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i </a:t>
            </a:r>
            <a:r>
              <a:rPr sz="1650" spc="95" dirty="0">
                <a:solidFill>
                  <a:srgbClr val="334155"/>
                </a:solidFill>
                <a:latin typeface="Tahoma"/>
                <a:cs typeface="Tahoma"/>
              </a:rPr>
              <a:t>tr</a:t>
            </a:r>
            <a:r>
              <a:rPr sz="1650" spc="95" dirty="0">
                <a:solidFill>
                  <a:srgbClr val="334155"/>
                </a:solidFill>
                <a:latin typeface="Microsoft Sans Serif"/>
                <a:cs typeface="Microsoft Sans Serif"/>
              </a:rPr>
              <a:t>ướ</a:t>
            </a:r>
            <a:r>
              <a:rPr sz="1650" spc="9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y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xu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ọ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gây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kích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gây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ho.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4075" y="4556798"/>
            <a:ext cx="4686935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Ngh</a:t>
            </a:r>
            <a:r>
              <a:rPr sz="2250" b="1" dirty="0">
                <a:solidFill>
                  <a:srgbClr val="0284C7"/>
                </a:solidFill>
                <a:latin typeface="Arial"/>
                <a:cs typeface="Arial"/>
              </a:rPr>
              <a:t>ẹ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t</a:t>
            </a:r>
            <a:r>
              <a:rPr sz="2250" b="1" spc="-13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95" dirty="0">
                <a:solidFill>
                  <a:srgbClr val="0284C7"/>
                </a:solidFill>
                <a:latin typeface="Tahoma"/>
                <a:cs typeface="Tahoma"/>
              </a:rPr>
              <a:t>mũi</a:t>
            </a:r>
            <a:r>
              <a:rPr sz="2250" b="1" spc="-13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&amp;</a:t>
            </a:r>
            <a:r>
              <a:rPr sz="2250" b="1" spc="-12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Khó</a:t>
            </a:r>
            <a:r>
              <a:rPr sz="2250" b="1" spc="-13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-25" dirty="0">
                <a:solidFill>
                  <a:srgbClr val="0284C7"/>
                </a:solidFill>
                <a:latin typeface="Tahoma"/>
                <a:cs typeface="Tahoma"/>
              </a:rPr>
              <a:t>th</a:t>
            </a:r>
            <a:r>
              <a:rPr sz="2250" b="1" spc="-25" dirty="0">
                <a:solidFill>
                  <a:srgbClr val="0284C7"/>
                </a:solidFill>
                <a:latin typeface="Arial"/>
                <a:cs typeface="Arial"/>
              </a:rPr>
              <a:t>ở</a:t>
            </a:r>
            <a:endParaRPr sz="2250">
              <a:latin typeface="Arial"/>
              <a:cs typeface="Arial"/>
            </a:endParaRPr>
          </a:p>
          <a:p>
            <a:pPr marL="12700" marR="5080">
              <a:lnSpc>
                <a:spcPct val="145000"/>
              </a:lnSpc>
              <a:spcBef>
                <a:spcPts val="1005"/>
              </a:spcBef>
            </a:pPr>
            <a:r>
              <a:rPr sz="1650" spc="10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100" dirty="0">
                <a:solidFill>
                  <a:srgbClr val="334155"/>
                </a:solidFill>
                <a:latin typeface="Microsoft Sans Serif"/>
                <a:cs typeface="Microsoft Sans Serif"/>
              </a:rPr>
              <a:t>ộ</a:t>
            </a:r>
            <a:r>
              <a:rPr sz="1650" spc="10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hai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bên,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gây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khó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ở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,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45" dirty="0">
                <a:solidFill>
                  <a:srgbClr val="334155"/>
                </a:solidFill>
                <a:latin typeface="Microsoft Sans Serif"/>
                <a:cs typeface="Microsoft Sans Serif"/>
              </a:rPr>
              <a:t>ỏ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i,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ưở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ng gi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7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7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70" dirty="0">
                <a:solidFill>
                  <a:srgbClr val="334155"/>
                </a:solidFill>
                <a:latin typeface="Tahoma"/>
                <a:cs typeface="Tahoma"/>
              </a:rPr>
              <a:t>.</a:t>
            </a:r>
            <a:r>
              <a:rPr sz="1650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110" dirty="0">
                <a:solidFill>
                  <a:srgbClr val="334155"/>
                </a:solidFill>
                <a:latin typeface="Tahoma"/>
                <a:cs typeface="Tahoma"/>
              </a:rPr>
              <a:t>NB</a:t>
            </a:r>
            <a:r>
              <a:rPr sz="1650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ườ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ph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spc="65" dirty="0">
                <a:solidFill>
                  <a:srgbClr val="334155"/>
                </a:solidFill>
                <a:latin typeface="Microsoft Sans Serif"/>
                <a:cs typeface="Microsoft Sans Serif"/>
              </a:rPr>
              <a:t>ở</a:t>
            </a:r>
            <a:r>
              <a:rPr sz="1650" spc="-5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ằ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mi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ng.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7637" y="4556798"/>
            <a:ext cx="4530725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75" dirty="0">
                <a:solidFill>
                  <a:srgbClr val="0284C7"/>
                </a:solidFill>
                <a:latin typeface="Tahoma"/>
                <a:cs typeface="Tahoma"/>
              </a:rPr>
              <a:t>R</a:t>
            </a:r>
            <a:r>
              <a:rPr sz="2250" b="1" spc="-75" dirty="0">
                <a:solidFill>
                  <a:srgbClr val="0284C7"/>
                </a:solidFill>
                <a:latin typeface="Arial"/>
                <a:cs typeface="Arial"/>
              </a:rPr>
              <a:t>ố</a:t>
            </a:r>
            <a:r>
              <a:rPr sz="2250" b="1" spc="-75" dirty="0">
                <a:solidFill>
                  <a:srgbClr val="0284C7"/>
                </a:solidFill>
                <a:latin typeface="Tahoma"/>
                <a:cs typeface="Tahoma"/>
              </a:rPr>
              <a:t>i</a:t>
            </a:r>
            <a:r>
              <a:rPr sz="2250" b="1" spc="-9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lo</a:t>
            </a:r>
            <a:r>
              <a:rPr sz="2250" b="1" dirty="0">
                <a:solidFill>
                  <a:srgbClr val="0284C7"/>
                </a:solidFill>
                <a:latin typeface="Arial"/>
                <a:cs typeface="Arial"/>
              </a:rPr>
              <a:t>ạ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n</a:t>
            </a:r>
            <a:r>
              <a:rPr sz="2250" b="1" spc="-8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kh</a:t>
            </a:r>
            <a:r>
              <a:rPr sz="2250" b="1" dirty="0">
                <a:solidFill>
                  <a:srgbClr val="0284C7"/>
                </a:solidFill>
                <a:latin typeface="Arial"/>
                <a:cs typeface="Arial"/>
              </a:rPr>
              <a:t>ứ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u</a:t>
            </a:r>
            <a:r>
              <a:rPr sz="2250" b="1" spc="-9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80" dirty="0">
                <a:solidFill>
                  <a:srgbClr val="0284C7"/>
                </a:solidFill>
                <a:latin typeface="Tahoma"/>
                <a:cs typeface="Tahoma"/>
              </a:rPr>
              <a:t>giác</a:t>
            </a:r>
            <a:endParaRPr sz="2250">
              <a:latin typeface="Tahoma"/>
              <a:cs typeface="Tahoma"/>
            </a:endParaRPr>
          </a:p>
          <a:p>
            <a:pPr marL="12700" marR="5080">
              <a:lnSpc>
                <a:spcPct val="145000"/>
              </a:lnSpc>
              <a:spcBef>
                <a:spcPts val="1005"/>
              </a:spcBef>
            </a:pPr>
            <a:r>
              <a:rPr sz="1650" spc="7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70" dirty="0">
                <a:solidFill>
                  <a:srgbClr val="334155"/>
                </a:solidFill>
                <a:latin typeface="Microsoft Sans Serif"/>
                <a:cs typeface="Microsoft Sans Serif"/>
              </a:rPr>
              <a:t>ử</a:t>
            </a:r>
            <a:r>
              <a:rPr sz="1650" spc="7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kém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spc="-8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ử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do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8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che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p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vùng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ầ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kinh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giác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160" dirty="0">
                <a:solidFill>
                  <a:srgbClr val="334155"/>
                </a:solidFill>
                <a:latin typeface="Microsoft Sans Serif"/>
                <a:cs typeface="Microsoft Sans Serif"/>
              </a:rPr>
              <a:t>ở</a:t>
            </a:r>
            <a:r>
              <a:rPr sz="1650" spc="-7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khe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trên.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3.1.</a:t>
            </a:r>
            <a:r>
              <a:rPr spc="-210" dirty="0"/>
              <a:t> </a:t>
            </a:r>
            <a:r>
              <a:rPr spc="-215" dirty="0"/>
              <a:t>TRI</a:t>
            </a:r>
            <a:r>
              <a:rPr spc="-215" dirty="0">
                <a:latin typeface="Arial"/>
                <a:cs typeface="Arial"/>
              </a:rPr>
              <a:t>Ệ</a:t>
            </a:r>
            <a:r>
              <a:rPr spc="-215" dirty="0"/>
              <a:t>U </a:t>
            </a:r>
            <a:r>
              <a:rPr dirty="0"/>
              <a:t>CH</a:t>
            </a:r>
            <a:r>
              <a:rPr dirty="0">
                <a:latin typeface="Arial"/>
                <a:cs typeface="Arial"/>
              </a:rPr>
              <a:t>Ứ</a:t>
            </a:r>
            <a:r>
              <a:rPr dirty="0"/>
              <a:t>NG</a:t>
            </a:r>
            <a:r>
              <a:rPr spc="-210" dirty="0"/>
              <a:t> </a:t>
            </a:r>
            <a:r>
              <a:rPr spc="130" dirty="0"/>
              <a:t>C</a:t>
            </a:r>
            <a:r>
              <a:rPr spc="130" dirty="0">
                <a:latin typeface="Arial"/>
                <a:cs typeface="Arial"/>
              </a:rPr>
              <a:t>Ơ</a:t>
            </a:r>
            <a:r>
              <a:rPr spc="-160" dirty="0">
                <a:latin typeface="Arial"/>
                <a:cs typeface="Arial"/>
              </a:rPr>
              <a:t> </a:t>
            </a:r>
            <a:r>
              <a:rPr dirty="0"/>
              <a:t>NĂNG</a:t>
            </a:r>
            <a:r>
              <a:rPr spc="-210" dirty="0"/>
              <a:t> </a:t>
            </a:r>
            <a:r>
              <a:rPr spc="50" dirty="0"/>
              <a:t>(CH</a:t>
            </a:r>
            <a:r>
              <a:rPr spc="50" dirty="0">
                <a:latin typeface="Arial"/>
                <a:cs typeface="Arial"/>
              </a:rPr>
              <a:t>Ủ</a:t>
            </a:r>
            <a:r>
              <a:rPr spc="-170" dirty="0">
                <a:latin typeface="Arial"/>
                <a:cs typeface="Arial"/>
              </a:rPr>
              <a:t> </a:t>
            </a:r>
            <a:r>
              <a:rPr spc="-10" dirty="0"/>
              <a:t>QUAN)</a:t>
            </a:r>
          </a:p>
        </p:txBody>
      </p:sp>
      <p:sp>
        <p:nvSpPr>
          <p:cNvPr id="11" name="object 11"/>
          <p:cNvSpPr/>
          <p:nvPr/>
        </p:nvSpPr>
        <p:spPr>
          <a:xfrm>
            <a:off x="571500" y="571500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500" y="1776412"/>
            <a:ext cx="5334000" cy="4286250"/>
            <a:chOff x="571500" y="1776412"/>
            <a:chExt cx="5334000" cy="4286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1776412"/>
              <a:ext cx="5333999" cy="42862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1776412"/>
              <a:ext cx="2339279" cy="1904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273800" y="1755330"/>
            <a:ext cx="5033645" cy="265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50" dirty="0">
                <a:solidFill>
                  <a:srgbClr val="334155"/>
                </a:solidFill>
                <a:latin typeface="Arial"/>
                <a:cs typeface="Arial"/>
              </a:rPr>
              <a:t>Đ</a:t>
            </a:r>
            <a:r>
              <a:rPr sz="1650" b="1" spc="-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1" spc="-50" dirty="0">
                <a:solidFill>
                  <a:srgbClr val="334155"/>
                </a:solidFill>
                <a:latin typeface="Arial"/>
                <a:cs typeface="Arial"/>
              </a:rPr>
              <a:t>ề</a:t>
            </a:r>
            <a:r>
              <a:rPr sz="1650" b="1" spc="-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b="1" spc="-100" dirty="0">
                <a:solidFill>
                  <a:srgbClr val="334155"/>
                </a:solidFill>
                <a:latin typeface="Arial"/>
                <a:cs typeface="Arial"/>
              </a:rPr>
              <a:t>ưỡ</a:t>
            </a:r>
            <a:r>
              <a:rPr sz="1650" b="1" spc="-10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khám</a:t>
            </a:r>
            <a:r>
              <a:rPr sz="1650" b="1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b="1" spc="-20" dirty="0">
                <a:solidFill>
                  <a:srgbClr val="334155"/>
                </a:solidFill>
                <a:latin typeface="Arial"/>
                <a:cs typeface="Arial"/>
              </a:rPr>
              <a:t>ấ</a:t>
            </a:r>
            <a:r>
              <a:rPr sz="1650" b="1" spc="-20" dirty="0">
                <a:solidFill>
                  <a:srgbClr val="334155"/>
                </a:solidFill>
                <a:latin typeface="Tahoma"/>
                <a:cs typeface="Tahoma"/>
              </a:rPr>
              <a:t>y:</a:t>
            </a:r>
            <a:endParaRPr sz="1650">
              <a:latin typeface="Tahoma"/>
              <a:cs typeface="Tahoma"/>
            </a:endParaRPr>
          </a:p>
          <a:p>
            <a:pPr marL="441325">
              <a:lnSpc>
                <a:spcPct val="100000"/>
              </a:lnSpc>
              <a:spcBef>
                <a:spcPts val="1610"/>
              </a:spcBef>
            </a:pP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Soi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110" dirty="0">
                <a:solidFill>
                  <a:srgbClr val="334155"/>
                </a:solidFill>
                <a:latin typeface="Arial"/>
                <a:cs typeface="Arial"/>
              </a:rPr>
              <a:t>ũ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i: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Niêm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60" dirty="0">
                <a:solidFill>
                  <a:srgbClr val="334155"/>
                </a:solidFill>
                <a:latin typeface="Microsoft Sans Serif"/>
                <a:cs typeface="Microsoft Sans Serif"/>
              </a:rPr>
              <a:t>ề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,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sung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huy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60" dirty="0">
                <a:solidFill>
                  <a:srgbClr val="334155"/>
                </a:solidFill>
                <a:latin typeface="Microsoft Sans Serif"/>
                <a:cs typeface="Microsoft Sans Serif"/>
              </a:rPr>
              <a:t>đỏ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.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334155"/>
                </a:solidFill>
                <a:latin typeface="Tahoma"/>
                <a:cs typeface="Tahoma"/>
              </a:rPr>
              <a:t>Có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9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110" dirty="0">
                <a:solidFill>
                  <a:srgbClr val="334155"/>
                </a:solidFill>
                <a:latin typeface="Microsoft Sans Serif"/>
                <a:cs typeface="Microsoft Sans Serif"/>
              </a:rPr>
              <a:t>ở</a:t>
            </a:r>
            <a:endParaRPr sz="1650">
              <a:latin typeface="Microsoft Sans Serif"/>
              <a:cs typeface="Microsoft Sans Serif"/>
            </a:endParaRPr>
          </a:p>
          <a:p>
            <a:pPr marL="441325">
              <a:lnSpc>
                <a:spcPct val="100000"/>
              </a:lnSpc>
              <a:spcBef>
                <a:spcPts val="890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khe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gi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ữ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khe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trên.</a:t>
            </a:r>
            <a:endParaRPr sz="1650">
              <a:latin typeface="Tahoma"/>
              <a:cs typeface="Tahoma"/>
            </a:endParaRPr>
          </a:p>
          <a:p>
            <a:pPr marL="441325" marR="140970">
              <a:lnSpc>
                <a:spcPct val="145000"/>
              </a:lnSpc>
              <a:spcBef>
                <a:spcPts val="395"/>
              </a:spcBef>
            </a:pPr>
            <a:r>
              <a:rPr sz="1650" b="1" spc="-65" dirty="0">
                <a:solidFill>
                  <a:srgbClr val="334155"/>
                </a:solidFill>
                <a:latin typeface="Arial"/>
                <a:cs typeface="Arial"/>
              </a:rPr>
              <a:t>Ấ</a:t>
            </a:r>
            <a:r>
              <a:rPr sz="1650" b="1" spc="-6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các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70" dirty="0">
                <a:solidFill>
                  <a:srgbClr val="334155"/>
                </a:solidFill>
                <a:latin typeface="Arial"/>
                <a:cs typeface="Arial"/>
              </a:rPr>
              <a:t>đ</a:t>
            </a:r>
            <a:r>
              <a:rPr sz="1650" b="1" spc="-7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1" spc="-70" dirty="0">
                <a:solidFill>
                  <a:srgbClr val="334155"/>
                </a:solidFill>
                <a:latin typeface="Arial"/>
                <a:cs typeface="Arial"/>
              </a:rPr>
              <a:t>ể</a:t>
            </a:r>
            <a:r>
              <a:rPr sz="1650" b="1" spc="-7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đ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au: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au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chói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khi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spc="-9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nanh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(xoang </a:t>
            </a:r>
            <a:r>
              <a:rPr sz="1650" spc="-85" dirty="0">
                <a:solidFill>
                  <a:srgbClr val="334155"/>
                </a:solidFill>
                <a:latin typeface="Tahoma"/>
                <a:cs typeface="Tahoma"/>
              </a:rPr>
              <a:t>hàm),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spc="-9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ắ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55" dirty="0">
                <a:solidFill>
                  <a:srgbClr val="334155"/>
                </a:solidFill>
                <a:latin typeface="Tahoma"/>
                <a:cs typeface="Tahoma"/>
              </a:rPr>
              <a:t>(xoang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trán).</a:t>
            </a:r>
            <a:endParaRPr sz="1650">
              <a:latin typeface="Tahoma"/>
              <a:cs typeface="Tahoma"/>
            </a:endParaRPr>
          </a:p>
          <a:p>
            <a:pPr marL="441325" marR="92710">
              <a:lnSpc>
                <a:spcPct val="145000"/>
              </a:lnSpc>
              <a:spcBef>
                <a:spcPts val="390"/>
              </a:spcBef>
            </a:pP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Toàn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thân: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S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5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50" dirty="0">
                <a:solidFill>
                  <a:srgbClr val="334155"/>
                </a:solidFill>
                <a:latin typeface="Microsoft Sans Serif"/>
                <a:cs typeface="Microsoft Sans Serif"/>
              </a:rPr>
              <a:t>ẹ</a:t>
            </a:r>
            <a:r>
              <a:rPr sz="1650" spc="-50" dirty="0">
                <a:solidFill>
                  <a:srgbClr val="334155"/>
                </a:solidFill>
                <a:latin typeface="Tahoma"/>
                <a:cs typeface="Tahoma"/>
              </a:rPr>
              <a:t>,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45" dirty="0">
                <a:solidFill>
                  <a:srgbClr val="334155"/>
                </a:solidFill>
                <a:latin typeface="Microsoft Sans Serif"/>
                <a:cs typeface="Microsoft Sans Serif"/>
              </a:rPr>
              <a:t>ỏ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i,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môi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khô,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105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spc="105" dirty="0">
                <a:solidFill>
                  <a:srgbClr val="334155"/>
                </a:solidFill>
                <a:latin typeface="Microsoft Sans Serif"/>
                <a:cs typeface="Microsoft Sans Serif"/>
              </a:rPr>
              <a:t>ưỡ</a:t>
            </a:r>
            <a:r>
              <a:rPr sz="1650" spc="105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ẩ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do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nhi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ễ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trùng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kéo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dài.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2270670"/>
            <a:ext cx="228599" cy="2476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500" y="3049637"/>
            <a:ext cx="200024" cy="2476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6500" y="3828603"/>
            <a:ext cx="142874" cy="24764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3.2.</a:t>
            </a:r>
            <a:r>
              <a:rPr spc="-204" dirty="0"/>
              <a:t> </a:t>
            </a:r>
            <a:r>
              <a:rPr spc="-215" dirty="0"/>
              <a:t>TRI</a:t>
            </a:r>
            <a:r>
              <a:rPr spc="-215" dirty="0">
                <a:latin typeface="Arial"/>
                <a:cs typeface="Arial"/>
              </a:rPr>
              <a:t>Ệ</a:t>
            </a:r>
            <a:r>
              <a:rPr spc="-215" dirty="0"/>
              <a:t>U</a:t>
            </a:r>
            <a:r>
              <a:rPr spc="-195" dirty="0"/>
              <a:t> </a:t>
            </a:r>
            <a:r>
              <a:rPr dirty="0"/>
              <a:t>CH</a:t>
            </a:r>
            <a:r>
              <a:rPr dirty="0">
                <a:latin typeface="Arial"/>
                <a:cs typeface="Arial"/>
              </a:rPr>
              <a:t>Ứ</a:t>
            </a:r>
            <a:r>
              <a:rPr dirty="0"/>
              <a:t>NG</a:t>
            </a:r>
            <a:r>
              <a:rPr spc="-195" dirty="0"/>
              <a:t> </a:t>
            </a:r>
            <a:r>
              <a:rPr dirty="0"/>
              <a:t>TH</a:t>
            </a:r>
            <a:r>
              <a:rPr dirty="0">
                <a:latin typeface="Arial"/>
                <a:cs typeface="Arial"/>
              </a:rPr>
              <a:t>Ự</a:t>
            </a:r>
            <a:r>
              <a:rPr dirty="0"/>
              <a:t>C</a:t>
            </a:r>
            <a:r>
              <a:rPr spc="-195" dirty="0"/>
              <a:t> </a:t>
            </a:r>
            <a:r>
              <a:rPr spc="-60" dirty="0"/>
              <a:t>TH</a:t>
            </a:r>
            <a:r>
              <a:rPr spc="-60" dirty="0">
                <a:latin typeface="Arial"/>
                <a:cs typeface="Arial"/>
              </a:rPr>
              <a:t>Ể</a:t>
            </a:r>
            <a:r>
              <a:rPr spc="-145" dirty="0">
                <a:latin typeface="Arial"/>
                <a:cs typeface="Arial"/>
              </a:rPr>
              <a:t> </a:t>
            </a:r>
            <a:r>
              <a:rPr dirty="0"/>
              <a:t>(KHÁM</a:t>
            </a:r>
            <a:r>
              <a:rPr spc="-195" dirty="0"/>
              <a:t> </a:t>
            </a:r>
            <a:r>
              <a:rPr spc="-30" dirty="0"/>
              <a:t>LÂM</a:t>
            </a:r>
            <a:r>
              <a:rPr spc="-195" dirty="0"/>
              <a:t> </a:t>
            </a:r>
            <a:r>
              <a:rPr spc="-10" dirty="0"/>
              <a:t>SÀNG)</a:t>
            </a:r>
          </a:p>
        </p:txBody>
      </p:sp>
      <p:sp>
        <p:nvSpPr>
          <p:cNvPr id="10" name="object 10"/>
          <p:cNvSpPr/>
          <p:nvPr/>
        </p:nvSpPr>
        <p:spPr>
          <a:xfrm>
            <a:off x="571500" y="571500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4832449"/>
            <a:ext cx="4952999" cy="10075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300" y="542797"/>
            <a:ext cx="413639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00" dirty="0"/>
              <a:t> BI</a:t>
            </a:r>
            <a:r>
              <a:rPr spc="-200" dirty="0">
                <a:latin typeface="Arial"/>
                <a:cs typeface="Arial"/>
              </a:rPr>
              <a:t>Ế</a:t>
            </a:r>
            <a:r>
              <a:rPr spc="-200" dirty="0"/>
              <a:t>N</a:t>
            </a:r>
            <a:r>
              <a:rPr spc="-195" dirty="0"/>
              <a:t> </a:t>
            </a:r>
            <a:r>
              <a:rPr dirty="0"/>
              <a:t>CH</a:t>
            </a:r>
            <a:r>
              <a:rPr dirty="0">
                <a:latin typeface="Arial"/>
                <a:cs typeface="Arial"/>
              </a:rPr>
              <a:t>Ứ</a:t>
            </a:r>
            <a:r>
              <a:rPr dirty="0"/>
              <a:t>NG</a:t>
            </a:r>
            <a:r>
              <a:rPr spc="-200" dirty="0"/>
              <a:t> </a:t>
            </a:r>
            <a:r>
              <a:rPr spc="-135" dirty="0"/>
              <a:t>TI</a:t>
            </a:r>
            <a:r>
              <a:rPr spc="-135" dirty="0">
                <a:latin typeface="Arial"/>
                <a:cs typeface="Arial"/>
              </a:rPr>
              <a:t>Ề</a:t>
            </a:r>
            <a:r>
              <a:rPr spc="-135" dirty="0"/>
              <a:t>M </a:t>
            </a:r>
            <a:r>
              <a:rPr spc="-20" dirty="0"/>
              <a:t>TÀNG</a:t>
            </a:r>
          </a:p>
        </p:txBody>
      </p:sp>
      <p:sp>
        <p:nvSpPr>
          <p:cNvPr id="4" name="object 4"/>
          <p:cNvSpPr/>
          <p:nvPr/>
        </p:nvSpPr>
        <p:spPr>
          <a:xfrm>
            <a:off x="571500" y="571500"/>
            <a:ext cx="114300" cy="1200150"/>
          </a:xfrm>
          <a:custGeom>
            <a:avLst/>
            <a:gdLst/>
            <a:ahLst/>
            <a:cxnLst/>
            <a:rect l="l" t="t" r="r" b="b"/>
            <a:pathLst>
              <a:path w="114300" h="1200150">
                <a:moveTo>
                  <a:pt x="114299" y="1200149"/>
                </a:moveTo>
                <a:lnTo>
                  <a:pt x="0" y="1200149"/>
                </a:lnTo>
                <a:lnTo>
                  <a:pt x="0" y="0"/>
                </a:lnTo>
                <a:lnTo>
                  <a:pt x="114299" y="0"/>
                </a:lnTo>
                <a:lnTo>
                  <a:pt x="114299" y="120014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0"/>
            <a:ext cx="6095999" cy="6857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8825" y="2170887"/>
            <a:ext cx="4710430" cy="348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73660">
              <a:lnSpc>
                <a:spcPct val="145000"/>
              </a:lnSpc>
              <a:spcBef>
                <a:spcPts val="100"/>
              </a:spcBef>
            </a:pPr>
            <a:r>
              <a:rPr sz="1650" b="1" spc="-70" dirty="0">
                <a:solidFill>
                  <a:srgbClr val="334155"/>
                </a:solidFill>
                <a:latin typeface="Tahoma"/>
                <a:cs typeface="Tahoma"/>
              </a:rPr>
              <a:t>Bi</a:t>
            </a:r>
            <a:r>
              <a:rPr sz="1650" b="1" spc="-70" dirty="0">
                <a:solidFill>
                  <a:srgbClr val="334155"/>
                </a:solidFill>
                <a:latin typeface="Arial"/>
                <a:cs typeface="Arial"/>
              </a:rPr>
              <a:t>ế</a:t>
            </a:r>
            <a:r>
              <a:rPr sz="1650" b="1" spc="-7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ứ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110" dirty="0">
                <a:solidFill>
                  <a:srgbClr val="334155"/>
                </a:solidFill>
                <a:latin typeface="Arial"/>
                <a:cs typeface="Arial"/>
              </a:rPr>
              <a:t>ắ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t: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mô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spc="-8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bào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ổ</a:t>
            </a:r>
            <a:r>
              <a:rPr sz="1650" spc="-8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40" dirty="0">
                <a:solidFill>
                  <a:srgbClr val="334155"/>
                </a:solidFill>
                <a:latin typeface="Microsoft Sans Serif"/>
                <a:cs typeface="Microsoft Sans Serif"/>
              </a:rPr>
              <a:t>ắ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t,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áp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xe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mí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40" dirty="0">
                <a:solidFill>
                  <a:srgbClr val="334155"/>
                </a:solidFill>
                <a:latin typeface="Microsoft Sans Serif"/>
                <a:cs typeface="Microsoft Sans Serif"/>
              </a:rPr>
              <a:t>ắ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t,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gi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10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80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spc="80" dirty="0">
                <a:solidFill>
                  <a:srgbClr val="334155"/>
                </a:solidFill>
                <a:latin typeface="Microsoft Sans Serif"/>
                <a:cs typeface="Microsoft Sans Serif"/>
              </a:rPr>
              <a:t>ự</a:t>
            </a:r>
            <a:r>
              <a:rPr sz="1650" spc="8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(do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xoang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ằ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sát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spc="-10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ắ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t).</a:t>
            </a:r>
            <a:endParaRPr sz="1650">
              <a:latin typeface="Tahoma"/>
              <a:cs typeface="Tahoma"/>
            </a:endParaRPr>
          </a:p>
          <a:p>
            <a:pPr marL="241300" marR="306070">
              <a:lnSpc>
                <a:spcPct val="145000"/>
              </a:lnSpc>
              <a:spcBef>
                <a:spcPts val="390"/>
              </a:spcBef>
            </a:pPr>
            <a:r>
              <a:rPr sz="1650" b="1" spc="-4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b="1" spc="-40" dirty="0">
                <a:solidFill>
                  <a:srgbClr val="334155"/>
                </a:solidFill>
                <a:latin typeface="Arial"/>
                <a:cs typeface="Arial"/>
              </a:rPr>
              <a:t>ộ</a:t>
            </a:r>
            <a:r>
              <a:rPr sz="1650" b="1" spc="-4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s</a:t>
            </a:r>
            <a:r>
              <a:rPr sz="1650" b="1" spc="-110" dirty="0">
                <a:solidFill>
                  <a:srgbClr val="334155"/>
                </a:solidFill>
                <a:latin typeface="Arial"/>
                <a:cs typeface="Arial"/>
              </a:rPr>
              <a:t>ọ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: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50" dirty="0">
                <a:solidFill>
                  <a:srgbClr val="334155"/>
                </a:solidFill>
                <a:latin typeface="Tahoma"/>
                <a:cs typeface="Tahoma"/>
              </a:rPr>
              <a:t>màng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55" dirty="0">
                <a:solidFill>
                  <a:srgbClr val="334155"/>
                </a:solidFill>
                <a:latin typeface="Tahoma"/>
                <a:cs typeface="Tahoma"/>
              </a:rPr>
              <a:t>não,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áp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xe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não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65" dirty="0">
                <a:solidFill>
                  <a:srgbClr val="334155"/>
                </a:solidFill>
                <a:latin typeface="Microsoft Sans Serif"/>
                <a:cs typeface="Microsoft Sans Serif"/>
              </a:rPr>
              <a:t>ự</a:t>
            </a:r>
            <a:r>
              <a:rPr sz="1650" spc="6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ỳ</a:t>
            </a:r>
            <a:r>
              <a:rPr sz="1650" spc="-8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nguy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hi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ể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m.</a:t>
            </a:r>
            <a:endParaRPr sz="1650">
              <a:latin typeface="Tahoma"/>
              <a:cs typeface="Tahoma"/>
            </a:endParaRPr>
          </a:p>
          <a:p>
            <a:pPr marL="241300" marR="5080">
              <a:lnSpc>
                <a:spcPct val="145000"/>
              </a:lnSpc>
              <a:spcBef>
                <a:spcPts val="390"/>
              </a:spcBef>
            </a:pP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Tai</a:t>
            </a:r>
            <a:r>
              <a:rPr sz="1650" b="1" spc="-125" dirty="0">
                <a:solidFill>
                  <a:srgbClr val="334155"/>
                </a:solidFill>
                <a:latin typeface="Tahoma"/>
                <a:cs typeface="Tahoma"/>
              </a:rPr>
              <a:t> &amp;</a:t>
            </a: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334155"/>
                </a:solidFill>
                <a:latin typeface="Tahoma"/>
                <a:cs typeface="Tahoma"/>
              </a:rPr>
              <a:t>Hô</a:t>
            </a:r>
            <a:r>
              <a:rPr sz="1650" b="1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5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b="1" spc="-105" dirty="0">
                <a:solidFill>
                  <a:srgbClr val="334155"/>
                </a:solidFill>
                <a:latin typeface="Arial"/>
                <a:cs typeface="Arial"/>
              </a:rPr>
              <a:t>ấ</a:t>
            </a:r>
            <a:r>
              <a:rPr sz="1650" b="1" spc="-105" dirty="0">
                <a:solidFill>
                  <a:srgbClr val="334155"/>
                </a:solidFill>
                <a:latin typeface="Tahoma"/>
                <a:cs typeface="Tahoma"/>
              </a:rPr>
              <a:t>p:</a:t>
            </a: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tai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gi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ữ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a,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ọ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65" dirty="0">
                <a:solidFill>
                  <a:srgbClr val="334155"/>
                </a:solidFill>
                <a:latin typeface="Tahoma"/>
                <a:cs typeface="Tahoma"/>
              </a:rPr>
              <a:t>mãn,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viêm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ph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spc="-10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qu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do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10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y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xu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ng.</a:t>
            </a:r>
            <a:endParaRPr sz="16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650">
              <a:latin typeface="Tahoma"/>
              <a:cs typeface="Tahoma"/>
            </a:endParaRPr>
          </a:p>
          <a:p>
            <a:pPr marL="12700" marR="276225">
              <a:lnSpc>
                <a:spcPct val="145000"/>
              </a:lnSpc>
              <a:spcBef>
                <a:spcPts val="5"/>
              </a:spcBef>
            </a:pPr>
            <a:r>
              <a:rPr sz="1650" dirty="0">
                <a:solidFill>
                  <a:srgbClr val="BE123C"/>
                </a:solidFill>
                <a:latin typeface="Tahoma"/>
                <a:cs typeface="Tahoma"/>
              </a:rPr>
              <a:t>D</a:t>
            </a:r>
            <a:r>
              <a:rPr sz="1650" dirty="0">
                <a:solidFill>
                  <a:srgbClr val="BE123C"/>
                </a:solidFill>
                <a:latin typeface="Microsoft Sans Serif"/>
                <a:cs typeface="Microsoft Sans Serif"/>
              </a:rPr>
              <a:t>ấ</a:t>
            </a:r>
            <a:r>
              <a:rPr sz="1650" dirty="0">
                <a:solidFill>
                  <a:srgbClr val="BE123C"/>
                </a:solidFill>
                <a:latin typeface="Tahoma"/>
                <a:cs typeface="Tahoma"/>
              </a:rPr>
              <a:t>u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BE123C"/>
                </a:solidFill>
                <a:latin typeface="Tahoma"/>
                <a:cs typeface="Tahoma"/>
              </a:rPr>
              <a:t>hi</a:t>
            </a:r>
            <a:r>
              <a:rPr sz="1650" dirty="0">
                <a:solidFill>
                  <a:srgbClr val="BE123C"/>
                </a:solidFill>
                <a:latin typeface="Microsoft Sans Serif"/>
                <a:cs typeface="Microsoft Sans Serif"/>
              </a:rPr>
              <a:t>ệ</a:t>
            </a:r>
            <a:r>
              <a:rPr sz="1650" dirty="0">
                <a:solidFill>
                  <a:srgbClr val="BE123C"/>
                </a:solidFill>
                <a:latin typeface="Tahoma"/>
                <a:cs typeface="Tahoma"/>
              </a:rPr>
              <a:t>u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BE123C"/>
                </a:solidFill>
                <a:latin typeface="Tahoma"/>
                <a:cs typeface="Tahoma"/>
              </a:rPr>
              <a:t>c</a:t>
            </a:r>
            <a:r>
              <a:rPr sz="1650" spc="-10" dirty="0">
                <a:solidFill>
                  <a:srgbClr val="BE123C"/>
                </a:solidFill>
                <a:latin typeface="Microsoft Sans Serif"/>
                <a:cs typeface="Microsoft Sans Serif"/>
              </a:rPr>
              <a:t>ả</a:t>
            </a:r>
            <a:r>
              <a:rPr sz="1650" spc="-10" dirty="0">
                <a:solidFill>
                  <a:srgbClr val="BE123C"/>
                </a:solidFill>
                <a:latin typeface="Tahoma"/>
                <a:cs typeface="Tahoma"/>
              </a:rPr>
              <a:t>nh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spc="-55" dirty="0">
                <a:solidFill>
                  <a:srgbClr val="BE123C"/>
                </a:solidFill>
                <a:latin typeface="Tahoma"/>
                <a:cs typeface="Tahoma"/>
              </a:rPr>
              <a:t>báo: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BE123C"/>
                </a:solidFill>
                <a:latin typeface="Tahoma"/>
                <a:cs typeface="Tahoma"/>
              </a:rPr>
              <a:t>S</a:t>
            </a:r>
            <a:r>
              <a:rPr sz="1650" dirty="0">
                <a:solidFill>
                  <a:srgbClr val="BE123C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BE123C"/>
                </a:solidFill>
                <a:latin typeface="Tahoma"/>
                <a:cs typeface="Tahoma"/>
              </a:rPr>
              <a:t>t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BE123C"/>
                </a:solidFill>
                <a:latin typeface="Tahoma"/>
                <a:cs typeface="Tahoma"/>
              </a:rPr>
              <a:t>cao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BE123C"/>
                </a:solidFill>
                <a:latin typeface="Microsoft Sans Serif"/>
                <a:cs typeface="Microsoft Sans Serif"/>
              </a:rPr>
              <a:t>độ</a:t>
            </a:r>
            <a:r>
              <a:rPr sz="1650" dirty="0">
                <a:solidFill>
                  <a:srgbClr val="BE123C"/>
                </a:solidFill>
                <a:latin typeface="Tahoma"/>
                <a:cs typeface="Tahoma"/>
              </a:rPr>
              <a:t>t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BE123C"/>
                </a:solidFill>
                <a:latin typeface="Tahoma"/>
                <a:cs typeface="Tahoma"/>
              </a:rPr>
              <a:t>ng</a:t>
            </a:r>
            <a:r>
              <a:rPr sz="1650" spc="-45" dirty="0">
                <a:solidFill>
                  <a:srgbClr val="BE123C"/>
                </a:solidFill>
                <a:latin typeface="Microsoft Sans Serif"/>
                <a:cs typeface="Microsoft Sans Serif"/>
              </a:rPr>
              <a:t>ộ</a:t>
            </a:r>
            <a:r>
              <a:rPr sz="1650" spc="-45" dirty="0">
                <a:solidFill>
                  <a:srgbClr val="BE123C"/>
                </a:solidFill>
                <a:latin typeface="Tahoma"/>
                <a:cs typeface="Tahoma"/>
              </a:rPr>
              <a:t>t,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BE123C"/>
                </a:solidFill>
                <a:latin typeface="Tahoma"/>
                <a:cs typeface="Tahoma"/>
              </a:rPr>
              <a:t>l</a:t>
            </a:r>
            <a:r>
              <a:rPr sz="1650" dirty="0">
                <a:solidFill>
                  <a:srgbClr val="BE123C"/>
                </a:solidFill>
                <a:latin typeface="Microsoft Sans Serif"/>
                <a:cs typeface="Microsoft Sans Serif"/>
              </a:rPr>
              <a:t>ồ</a:t>
            </a:r>
            <a:r>
              <a:rPr sz="1650" dirty="0">
                <a:solidFill>
                  <a:srgbClr val="BE123C"/>
                </a:solidFill>
                <a:latin typeface="Tahoma"/>
                <a:cs typeface="Tahoma"/>
              </a:rPr>
              <a:t>i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spc="-40" dirty="0">
                <a:solidFill>
                  <a:srgbClr val="BE123C"/>
                </a:solidFill>
                <a:latin typeface="Tahoma"/>
                <a:cs typeface="Tahoma"/>
              </a:rPr>
              <a:t>m</a:t>
            </a:r>
            <a:r>
              <a:rPr sz="1650" spc="-40" dirty="0">
                <a:solidFill>
                  <a:srgbClr val="BE123C"/>
                </a:solidFill>
                <a:latin typeface="Microsoft Sans Serif"/>
                <a:cs typeface="Microsoft Sans Serif"/>
              </a:rPr>
              <a:t>ắ</a:t>
            </a:r>
            <a:r>
              <a:rPr sz="1650" spc="-40" dirty="0">
                <a:solidFill>
                  <a:srgbClr val="BE123C"/>
                </a:solidFill>
                <a:latin typeface="Tahoma"/>
                <a:cs typeface="Tahoma"/>
              </a:rPr>
              <a:t>t,</a:t>
            </a:r>
            <a:r>
              <a:rPr sz="1650" spc="-160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BE123C"/>
                </a:solidFill>
                <a:latin typeface="Microsoft Sans Serif"/>
                <a:cs typeface="Microsoft Sans Serif"/>
              </a:rPr>
              <a:t>đ</a:t>
            </a:r>
            <a:r>
              <a:rPr sz="1650" spc="-25" dirty="0">
                <a:solidFill>
                  <a:srgbClr val="BE123C"/>
                </a:solidFill>
                <a:latin typeface="Tahoma"/>
                <a:cs typeface="Tahoma"/>
              </a:rPr>
              <a:t>au </a:t>
            </a:r>
            <a:r>
              <a:rPr sz="1650" spc="-10" dirty="0">
                <a:solidFill>
                  <a:srgbClr val="BE123C"/>
                </a:solidFill>
                <a:latin typeface="Microsoft Sans Serif"/>
                <a:cs typeface="Microsoft Sans Serif"/>
              </a:rPr>
              <a:t>đầ</a:t>
            </a:r>
            <a:r>
              <a:rPr sz="1650" spc="-10" dirty="0">
                <a:solidFill>
                  <a:srgbClr val="BE123C"/>
                </a:solidFill>
                <a:latin typeface="Tahoma"/>
                <a:cs typeface="Tahoma"/>
              </a:rPr>
              <a:t>u</a:t>
            </a:r>
            <a:r>
              <a:rPr sz="1650" spc="-195" dirty="0">
                <a:solidFill>
                  <a:srgbClr val="BE123C"/>
                </a:solidFill>
                <a:latin typeface="Tahoma"/>
                <a:cs typeface="Tahoma"/>
              </a:rPr>
              <a:t> </a:t>
            </a:r>
            <a:r>
              <a:rPr sz="1650" spc="100" dirty="0">
                <a:solidFill>
                  <a:srgbClr val="BE123C"/>
                </a:solidFill>
                <a:latin typeface="Tahoma"/>
                <a:cs typeface="Tahoma"/>
              </a:rPr>
              <a:t>d</a:t>
            </a:r>
            <a:r>
              <a:rPr sz="1650" spc="100" dirty="0">
                <a:solidFill>
                  <a:srgbClr val="BE123C"/>
                </a:solidFill>
                <a:latin typeface="Microsoft Sans Serif"/>
                <a:cs typeface="Microsoft Sans Serif"/>
              </a:rPr>
              <a:t>ữ</a:t>
            </a:r>
            <a:r>
              <a:rPr sz="1650" spc="-110" dirty="0">
                <a:solidFill>
                  <a:srgbClr val="BE123C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BE123C"/>
                </a:solidFill>
                <a:latin typeface="Tahoma"/>
                <a:cs typeface="Tahoma"/>
              </a:rPr>
              <a:t>d</a:t>
            </a:r>
            <a:r>
              <a:rPr sz="1650" spc="-20" dirty="0">
                <a:solidFill>
                  <a:srgbClr val="BE123C"/>
                </a:solidFill>
                <a:latin typeface="Microsoft Sans Serif"/>
                <a:cs typeface="Microsoft Sans Serif"/>
              </a:rPr>
              <a:t>ộ</a:t>
            </a:r>
            <a:r>
              <a:rPr sz="1650" spc="-20" dirty="0">
                <a:solidFill>
                  <a:srgbClr val="BE123C"/>
                </a:solidFill>
                <a:latin typeface="Tahoma"/>
                <a:cs typeface="Tahoma"/>
              </a:rPr>
              <a:t>i.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2343150"/>
            <a:ext cx="257174" cy="2476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3122116"/>
            <a:ext cx="228599" cy="2476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71500" y="2137617"/>
          <a:ext cx="11049635" cy="3543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1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8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ướ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800" b="1" spc="-16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1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nh</a:t>
                      </a:r>
                      <a:r>
                        <a:rPr sz="1800" b="1" spc="-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ậ</a:t>
                      </a:r>
                      <a:r>
                        <a:rPr sz="1800" b="1" spc="-1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18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đị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nh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4925" marB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78255">
                        <a:lnSpc>
                          <a:spcPct val="100000"/>
                        </a:lnSpc>
                      </a:pPr>
                      <a:r>
                        <a:rPr sz="1800" b="1" spc="-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Chi</a:t>
                      </a:r>
                      <a:r>
                        <a:rPr sz="1800" b="1" spc="-16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ti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ế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800" b="1" spc="-1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ầ</a:t>
                      </a:r>
                      <a:r>
                        <a:rPr sz="1800" b="1" spc="-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1800" b="1" spc="-16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ậ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sz="1800" b="1" spc="-16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trung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4925" marB="0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50" b="1" spc="-4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H</a:t>
                      </a:r>
                      <a:r>
                        <a:rPr sz="1650" b="1" spc="-40" dirty="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ỏ</a:t>
                      </a:r>
                      <a:r>
                        <a:rPr sz="1650" b="1" spc="-4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650" b="1" spc="-14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b="1" spc="-9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sz="1650" b="1" spc="-90" dirty="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ệ</a:t>
                      </a:r>
                      <a:r>
                        <a:rPr sz="1650" b="1" spc="-9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nh</a:t>
                      </a:r>
                      <a:r>
                        <a:rPr sz="1650" b="1" spc="-1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b="1" spc="-2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650" b="1" spc="-25" dirty="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ử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1278255" marR="280670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650" spc="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V</a:t>
                      </a:r>
                      <a:r>
                        <a:rPr sz="1650" spc="55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ị</a:t>
                      </a:r>
                      <a:r>
                        <a:rPr sz="1650" spc="-95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trí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2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đ</a:t>
                      </a:r>
                      <a:r>
                        <a:rPr sz="1650" spc="-2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au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nh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ứ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c?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Th</a:t>
                      </a:r>
                      <a:r>
                        <a:rPr sz="1650" spc="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ờ</a:t>
                      </a:r>
                      <a:r>
                        <a:rPr sz="1650" spc="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2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gian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2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đ</a:t>
                      </a:r>
                      <a:r>
                        <a:rPr sz="1650" spc="-2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au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trong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6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ngày?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D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ị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ch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ũ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4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màu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6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gì,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có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mùi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2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hôi </a:t>
                      </a:r>
                      <a:r>
                        <a:rPr sz="1650" spc="-4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không?</a:t>
                      </a:r>
                      <a:r>
                        <a:rPr sz="1650" spc="-18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Có</a:t>
                      </a:r>
                      <a:r>
                        <a:rPr sz="1650" spc="-18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ị</a:t>
                      </a:r>
                      <a:r>
                        <a:rPr sz="1650" spc="-105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ngh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ẹ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650" spc="-18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ũ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650" spc="-18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không?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T="184150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7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CED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50" b="1" spc="-9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Th</a:t>
                      </a:r>
                      <a:r>
                        <a:rPr sz="1650" b="1" spc="-90" dirty="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ă</a:t>
                      </a:r>
                      <a:r>
                        <a:rPr sz="1650" b="1" spc="-9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50" b="1" spc="-14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khám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1278255" marR="83820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Quan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sát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2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vùng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ặ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có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ư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ng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ề</a:t>
                      </a:r>
                      <a:r>
                        <a:rPr sz="1650" spc="-95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-4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không?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Ấ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các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đ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ể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3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xoang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có</a:t>
                      </a:r>
                      <a:r>
                        <a:rPr sz="1650" spc="-17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2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đ</a:t>
                      </a:r>
                      <a:r>
                        <a:rPr sz="1650" spc="-2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au</a:t>
                      </a:r>
                      <a:r>
                        <a:rPr sz="1650" spc="-1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không?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Ki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ể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50" spc="-14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tra</a:t>
                      </a:r>
                      <a:r>
                        <a:rPr sz="1650" spc="-14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nhi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ệ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650" spc="-14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độ</a:t>
                      </a:r>
                      <a:r>
                        <a:rPr sz="1650" spc="-6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và</a:t>
                      </a:r>
                      <a:r>
                        <a:rPr sz="1650" spc="-13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ạ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ch.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T="184150" marB="0"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8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571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50" b="1" spc="-6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Ti</a:t>
                      </a:r>
                      <a:r>
                        <a:rPr sz="1650" b="1" spc="-60" dirty="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ề</a:t>
                      </a:r>
                      <a:r>
                        <a:rPr sz="1650" b="1" spc="-6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1650" b="1" spc="-1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b="1" spc="-8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s</a:t>
                      </a:r>
                      <a:r>
                        <a:rPr sz="1650" b="1" spc="-80" dirty="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ử</a:t>
                      </a:r>
                      <a:r>
                        <a:rPr sz="1650" b="1" spc="-114" dirty="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50" b="1" spc="-12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sz="1650" b="1" spc="-14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b="1" spc="-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Ki</a:t>
                      </a:r>
                      <a:r>
                        <a:rPr sz="1650" b="1" spc="-55" dirty="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ế</a:t>
                      </a:r>
                      <a:r>
                        <a:rPr sz="1650" b="1" spc="-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</a:t>
                      </a:r>
                      <a:r>
                        <a:rPr sz="1650" b="1" spc="-1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b="1" spc="-2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th</a:t>
                      </a:r>
                      <a:r>
                        <a:rPr sz="1650" b="1" spc="-20" dirty="0">
                          <a:solidFill>
                            <a:srgbClr val="334155"/>
                          </a:solidFill>
                          <a:latin typeface="Arial"/>
                          <a:cs typeface="Arial"/>
                        </a:rPr>
                        <a:t>ứ</a:t>
                      </a:r>
                      <a:r>
                        <a:rPr sz="1650" b="1" spc="-2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T="68580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1278255" marR="177800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650" spc="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Có</a:t>
                      </a:r>
                      <a:r>
                        <a:rPr sz="1650" spc="-16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b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ị</a:t>
                      </a:r>
                      <a:r>
                        <a:rPr sz="1650" spc="-7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d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ị</a:t>
                      </a:r>
                      <a:r>
                        <a:rPr sz="1650" spc="-75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ứ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ng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4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không?</a:t>
                      </a:r>
                      <a:r>
                        <a:rPr sz="1650" spc="-16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7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Có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hút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thu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ố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lá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4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không?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1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NB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25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đ</a:t>
                      </a:r>
                      <a:r>
                        <a:rPr sz="1650" spc="-2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ã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ừ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ng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ph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ẫ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thu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ậ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2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50" spc="-25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ũ</a:t>
                      </a:r>
                      <a:r>
                        <a:rPr sz="1650" spc="-2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i </a:t>
                      </a:r>
                      <a:r>
                        <a:rPr sz="1650" spc="-3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xoang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ch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ư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a?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Hi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ể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sz="1650" spc="-1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bi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ế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sz="1650" spc="-155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v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ề</a:t>
                      </a:r>
                      <a:r>
                        <a:rPr sz="1650" spc="-7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spc="-1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cách</a:t>
                      </a:r>
                      <a:r>
                        <a:rPr sz="1650" spc="-1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v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ệ</a:t>
                      </a:r>
                      <a:r>
                        <a:rPr sz="1650" spc="-75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sinh</a:t>
                      </a:r>
                      <a:r>
                        <a:rPr sz="1650" spc="-15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50" spc="-2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650" spc="-20" dirty="0">
                          <a:solidFill>
                            <a:srgbClr val="334155"/>
                          </a:solidFill>
                          <a:latin typeface="Microsoft Sans Serif"/>
                          <a:cs typeface="Microsoft Sans Serif"/>
                        </a:rPr>
                        <a:t>ũ</a:t>
                      </a:r>
                      <a:r>
                        <a:rPr sz="1650" spc="-20" dirty="0">
                          <a:solidFill>
                            <a:srgbClr val="334155"/>
                          </a:solidFill>
                          <a:latin typeface="Tahoma"/>
                          <a:cs typeface="Tahoma"/>
                        </a:rPr>
                        <a:t>i?</a:t>
                      </a:r>
                      <a:endParaRPr sz="1650">
                        <a:latin typeface="Tahoma"/>
                        <a:cs typeface="Tahoma"/>
                      </a:endParaRPr>
                    </a:p>
                  </a:txBody>
                  <a:tcPr marL="0" marR="0" marT="184150" marB="0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5.1.</a:t>
            </a:r>
            <a:r>
              <a:rPr spc="-240" dirty="0"/>
              <a:t> </a:t>
            </a:r>
            <a:r>
              <a:rPr spc="-80" dirty="0"/>
              <a:t>NH</a:t>
            </a:r>
            <a:r>
              <a:rPr spc="-80" dirty="0">
                <a:latin typeface="Arial"/>
                <a:cs typeface="Arial"/>
              </a:rPr>
              <a:t>Ậ</a:t>
            </a:r>
            <a:r>
              <a:rPr spc="-80" dirty="0"/>
              <a:t>N</a:t>
            </a:r>
            <a:r>
              <a:rPr spc="-240" dirty="0"/>
              <a:t> </a:t>
            </a:r>
            <a:r>
              <a:rPr spc="-90" dirty="0"/>
              <a:t>Đ</a:t>
            </a:r>
            <a:r>
              <a:rPr spc="-90" dirty="0">
                <a:latin typeface="Arial"/>
                <a:cs typeface="Arial"/>
              </a:rPr>
              <a:t>Ị</a:t>
            </a:r>
            <a:r>
              <a:rPr spc="-90" dirty="0"/>
              <a:t>NH</a:t>
            </a:r>
            <a:r>
              <a:rPr spc="-240" dirty="0"/>
              <a:t> </a:t>
            </a:r>
            <a:r>
              <a:rPr spc="-225" dirty="0"/>
              <a:t>ĐI</a:t>
            </a:r>
            <a:r>
              <a:rPr spc="-225" dirty="0">
                <a:latin typeface="Arial"/>
                <a:cs typeface="Arial"/>
              </a:rPr>
              <a:t>Ề</a:t>
            </a:r>
            <a:r>
              <a:rPr spc="-225" dirty="0"/>
              <a:t>U</a:t>
            </a:r>
            <a:r>
              <a:rPr spc="-235" dirty="0"/>
              <a:t> </a:t>
            </a:r>
            <a:r>
              <a:rPr spc="-10" dirty="0"/>
              <a:t>D</a:t>
            </a:r>
            <a:r>
              <a:rPr spc="-10" dirty="0">
                <a:latin typeface="Arial"/>
                <a:cs typeface="Arial"/>
              </a:rPr>
              <a:t>ƯỠ</a:t>
            </a:r>
            <a:r>
              <a:rPr spc="-10" dirty="0"/>
              <a:t>NG</a:t>
            </a:r>
          </a:p>
        </p:txBody>
      </p:sp>
      <p:sp>
        <p:nvSpPr>
          <p:cNvPr id="4" name="object 4"/>
          <p:cNvSpPr/>
          <p:nvPr/>
        </p:nvSpPr>
        <p:spPr>
          <a:xfrm>
            <a:off x="571500" y="571500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552575"/>
            <a:ext cx="3524249" cy="4733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3875" y="1552575"/>
            <a:ext cx="3524249" cy="4733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6250" y="1552575"/>
            <a:ext cx="3524249" cy="47339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4075" y="2447112"/>
            <a:ext cx="2736850" cy="1483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00"/>
              </a:spcBef>
            </a:pPr>
            <a:r>
              <a:rPr sz="1650" b="1" spc="-90" dirty="0">
                <a:solidFill>
                  <a:srgbClr val="334155"/>
                </a:solidFill>
                <a:latin typeface="Arial"/>
                <a:cs typeface="Arial"/>
              </a:rPr>
              <a:t>Đ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au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8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1" spc="-80" dirty="0">
                <a:solidFill>
                  <a:srgbClr val="334155"/>
                </a:solidFill>
                <a:latin typeface="Arial"/>
                <a:cs typeface="Arial"/>
              </a:rPr>
              <a:t>ấ</a:t>
            </a:r>
            <a:r>
              <a:rPr sz="1650" b="1" spc="-80" dirty="0">
                <a:solidFill>
                  <a:srgbClr val="334155"/>
                </a:solidFill>
                <a:latin typeface="Tahoma"/>
                <a:cs typeface="Tahoma"/>
              </a:rPr>
              <a:t>p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5" dirty="0">
                <a:solidFill>
                  <a:srgbClr val="334155"/>
                </a:solidFill>
                <a:latin typeface="Tahoma"/>
                <a:cs typeface="Tahoma"/>
              </a:rPr>
              <a:t>tính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vùng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và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đầ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u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liên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quan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đế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quá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trình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nhi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ễ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trùng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và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ắ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ngh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ẽ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thông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khí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20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xoang.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6450" y="2447112"/>
            <a:ext cx="2836545" cy="1483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00"/>
              </a:spcBef>
            </a:pPr>
            <a:r>
              <a:rPr sz="1650" b="1" spc="-55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b="1" spc="-55" dirty="0">
                <a:solidFill>
                  <a:srgbClr val="334155"/>
                </a:solidFill>
                <a:latin typeface="Arial"/>
                <a:cs typeface="Arial"/>
              </a:rPr>
              <a:t>ắ</a:t>
            </a:r>
            <a:r>
              <a:rPr sz="1650" b="1" spc="-5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ngh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ẽ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thông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85" dirty="0">
                <a:solidFill>
                  <a:srgbClr val="334155"/>
                </a:solidFill>
                <a:latin typeface="Tahoma"/>
                <a:cs typeface="Tahoma"/>
              </a:rPr>
              <a:t>khí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90" dirty="0">
                <a:solidFill>
                  <a:srgbClr val="334155"/>
                </a:solidFill>
                <a:latin typeface="Arial"/>
                <a:cs typeface="Arial"/>
              </a:rPr>
              <a:t>ũ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liên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quan</a:t>
            </a:r>
            <a:r>
              <a:rPr sz="165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đế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niêm</a:t>
            </a:r>
            <a:r>
              <a:rPr sz="165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phù</a:t>
            </a:r>
            <a:r>
              <a:rPr sz="165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ề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và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190" dirty="0">
                <a:solidFill>
                  <a:srgbClr val="334155"/>
                </a:solidFill>
                <a:latin typeface="Microsoft Sans Serif"/>
                <a:cs typeface="Microsoft Sans Serif"/>
              </a:rPr>
              <a:t>ứ</a:t>
            </a:r>
            <a:r>
              <a:rPr sz="1650" spc="-10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đọ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10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trong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c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i.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8825" y="2447112"/>
            <a:ext cx="2760345" cy="1483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00"/>
              </a:spcBef>
            </a:pP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Nguy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6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1" spc="-60" dirty="0">
                <a:solidFill>
                  <a:srgbClr val="334155"/>
                </a:solidFill>
                <a:latin typeface="Arial"/>
                <a:cs typeface="Arial"/>
              </a:rPr>
              <a:t>ơ</a:t>
            </a:r>
            <a:r>
              <a:rPr sz="1650" b="1" spc="-110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75" dirty="0">
                <a:solidFill>
                  <a:srgbClr val="334155"/>
                </a:solidFill>
                <a:latin typeface="Tahoma"/>
                <a:cs typeface="Tahoma"/>
              </a:rPr>
              <a:t>bi</a:t>
            </a:r>
            <a:r>
              <a:rPr sz="1650" b="1" spc="-75" dirty="0">
                <a:solidFill>
                  <a:srgbClr val="334155"/>
                </a:solidFill>
                <a:latin typeface="Arial"/>
                <a:cs typeface="Arial"/>
              </a:rPr>
              <a:t>ế</a:t>
            </a:r>
            <a:r>
              <a:rPr sz="1650" b="1" spc="-7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ứ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65" dirty="0">
                <a:solidFill>
                  <a:srgbClr val="334155"/>
                </a:solidFill>
                <a:latin typeface="Tahoma"/>
                <a:cs typeface="Tahoma"/>
              </a:rPr>
              <a:t>(m</a:t>
            </a:r>
            <a:r>
              <a:rPr sz="1650" spc="-65" dirty="0">
                <a:solidFill>
                  <a:srgbClr val="334155"/>
                </a:solidFill>
                <a:latin typeface="Microsoft Sans Serif"/>
                <a:cs typeface="Microsoft Sans Serif"/>
              </a:rPr>
              <a:t>ắ</a:t>
            </a:r>
            <a:r>
              <a:rPr sz="1650" spc="-65" dirty="0">
                <a:solidFill>
                  <a:srgbClr val="334155"/>
                </a:solidFill>
                <a:latin typeface="Tahoma"/>
                <a:cs typeface="Tahoma"/>
              </a:rPr>
              <a:t>t,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s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ọ 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não)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do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55" dirty="0">
                <a:solidFill>
                  <a:srgbClr val="334155"/>
                </a:solidFill>
                <a:latin typeface="Microsoft Sans Serif"/>
                <a:cs typeface="Microsoft Sans Serif"/>
              </a:rPr>
              <a:t>ườ</a:t>
            </a:r>
            <a:r>
              <a:rPr sz="1650" spc="55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ư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tuân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8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ề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8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sóc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v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ệ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sinh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ư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úng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ỹ</a:t>
            </a:r>
            <a:r>
              <a:rPr sz="1650" spc="-7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ậ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05025" y="1895475"/>
            <a:ext cx="457199" cy="457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250" y="1895475"/>
            <a:ext cx="571499" cy="457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29775" y="1895475"/>
            <a:ext cx="457199" cy="4571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5.2.</a:t>
            </a:r>
            <a:r>
              <a:rPr spc="-229" dirty="0"/>
              <a:t> </a:t>
            </a:r>
            <a:r>
              <a:rPr dirty="0"/>
              <a:t>CH</a:t>
            </a:r>
            <a:r>
              <a:rPr dirty="0">
                <a:latin typeface="Arial"/>
                <a:cs typeface="Arial"/>
              </a:rPr>
              <a:t>Ẩ</a:t>
            </a:r>
            <a:r>
              <a:rPr dirty="0"/>
              <a:t>N</a:t>
            </a:r>
            <a:r>
              <a:rPr spc="-225" dirty="0"/>
              <a:t> </a:t>
            </a:r>
            <a:r>
              <a:rPr dirty="0"/>
              <a:t>ĐOÁN</a:t>
            </a:r>
            <a:r>
              <a:rPr spc="-225" dirty="0"/>
              <a:t> ĐI</a:t>
            </a:r>
            <a:r>
              <a:rPr spc="-225" dirty="0">
                <a:latin typeface="Arial"/>
                <a:cs typeface="Arial"/>
              </a:rPr>
              <a:t>Ề</a:t>
            </a:r>
            <a:r>
              <a:rPr spc="-225" dirty="0"/>
              <a:t>U </a:t>
            </a:r>
            <a:r>
              <a:rPr spc="-10" dirty="0"/>
              <a:t>D</a:t>
            </a:r>
            <a:r>
              <a:rPr spc="-10" dirty="0">
                <a:latin typeface="Arial"/>
                <a:cs typeface="Arial"/>
              </a:rPr>
              <a:t>ƯỠ</a:t>
            </a:r>
            <a:r>
              <a:rPr spc="-10" dirty="0"/>
              <a:t>NG</a:t>
            </a:r>
          </a:p>
        </p:txBody>
      </p:sp>
      <p:sp>
        <p:nvSpPr>
          <p:cNvPr id="12" name="object 12"/>
          <p:cNvSpPr/>
          <p:nvPr/>
        </p:nvSpPr>
        <p:spPr>
          <a:xfrm>
            <a:off x="571500" y="571500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2431682"/>
            <a:ext cx="5346065" cy="2793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160" dirty="0">
                <a:solidFill>
                  <a:srgbClr val="0284C7"/>
                </a:solidFill>
                <a:latin typeface="Tahoma"/>
                <a:cs typeface="Tahoma"/>
              </a:rPr>
              <a:t>Chăm</a:t>
            </a:r>
            <a:r>
              <a:rPr sz="2250" b="1" spc="-17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95" dirty="0">
                <a:solidFill>
                  <a:srgbClr val="0284C7"/>
                </a:solidFill>
                <a:latin typeface="Tahoma"/>
                <a:cs typeface="Tahoma"/>
              </a:rPr>
              <a:t>sóc</a:t>
            </a:r>
            <a:r>
              <a:rPr sz="2250" b="1" spc="-17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-20" dirty="0">
                <a:solidFill>
                  <a:srgbClr val="0284C7"/>
                </a:solidFill>
                <a:latin typeface="Tahoma"/>
                <a:cs typeface="Tahoma"/>
              </a:rPr>
              <a:t>t</a:t>
            </a:r>
            <a:r>
              <a:rPr sz="2250" b="1" spc="-20" dirty="0">
                <a:solidFill>
                  <a:srgbClr val="0284C7"/>
                </a:solidFill>
                <a:latin typeface="Arial"/>
                <a:cs typeface="Arial"/>
              </a:rPr>
              <a:t>ạ</a:t>
            </a:r>
            <a:r>
              <a:rPr sz="2250" b="1" spc="-20" dirty="0">
                <a:solidFill>
                  <a:srgbClr val="0284C7"/>
                </a:solidFill>
                <a:latin typeface="Tahoma"/>
                <a:cs typeface="Tahoma"/>
              </a:rPr>
              <a:t>i</a:t>
            </a:r>
            <a:r>
              <a:rPr sz="2250" b="1" spc="-170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45" dirty="0">
                <a:solidFill>
                  <a:srgbClr val="0284C7"/>
                </a:solidFill>
                <a:latin typeface="Tahoma"/>
                <a:cs typeface="Tahoma"/>
              </a:rPr>
              <a:t>ch</a:t>
            </a:r>
            <a:r>
              <a:rPr sz="2250" b="1" spc="45" dirty="0">
                <a:solidFill>
                  <a:srgbClr val="0284C7"/>
                </a:solidFill>
                <a:latin typeface="Arial"/>
                <a:cs typeface="Arial"/>
              </a:rPr>
              <a:t>ỗ</a:t>
            </a:r>
            <a:endParaRPr sz="2250">
              <a:latin typeface="Arial"/>
              <a:cs typeface="Arial"/>
            </a:endParaRPr>
          </a:p>
          <a:p>
            <a:pPr marL="441325" marR="271780">
              <a:lnSpc>
                <a:spcPct val="145000"/>
              </a:lnSpc>
              <a:spcBef>
                <a:spcPts val="1080"/>
              </a:spcBef>
            </a:pPr>
            <a:r>
              <a:rPr sz="1650" b="1" dirty="0">
                <a:solidFill>
                  <a:srgbClr val="334155"/>
                </a:solidFill>
                <a:latin typeface="Tahoma"/>
                <a:cs typeface="Tahoma"/>
              </a:rPr>
              <a:t>V</a:t>
            </a:r>
            <a:r>
              <a:rPr sz="1650" b="1" dirty="0">
                <a:solidFill>
                  <a:srgbClr val="334155"/>
                </a:solidFill>
                <a:latin typeface="Arial"/>
                <a:cs typeface="Arial"/>
              </a:rPr>
              <a:t>ệ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sinh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110" dirty="0">
                <a:solidFill>
                  <a:srgbClr val="334155"/>
                </a:solidFill>
                <a:latin typeface="Arial"/>
                <a:cs typeface="Arial"/>
              </a:rPr>
              <a:t>ũ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i:</a:t>
            </a:r>
            <a:r>
              <a:rPr sz="1650" b="1" spc="-13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334155"/>
                </a:solidFill>
                <a:latin typeface="Tahoma"/>
                <a:cs typeface="Tahoma"/>
              </a:rPr>
              <a:t>R</a:t>
            </a:r>
            <a:r>
              <a:rPr sz="1650" spc="60" dirty="0">
                <a:solidFill>
                  <a:srgbClr val="334155"/>
                </a:solidFill>
                <a:latin typeface="Microsoft Sans Serif"/>
                <a:cs typeface="Microsoft Sans Serif"/>
              </a:rPr>
              <a:t>ử</a:t>
            </a:r>
            <a:r>
              <a:rPr sz="1650" spc="6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ằ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334155"/>
                </a:solidFill>
                <a:latin typeface="Tahoma"/>
                <a:cs typeface="Tahoma"/>
              </a:rPr>
              <a:t>NaCl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14" dirty="0">
                <a:solidFill>
                  <a:srgbClr val="334155"/>
                </a:solidFill>
                <a:latin typeface="Tahoma"/>
                <a:cs typeface="Tahoma"/>
              </a:rPr>
              <a:t>0.9%,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hút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9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(n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ế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u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ầ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n).</a:t>
            </a:r>
            <a:endParaRPr sz="1650">
              <a:latin typeface="Tahoma"/>
              <a:cs typeface="Tahoma"/>
            </a:endParaRPr>
          </a:p>
          <a:p>
            <a:pPr marL="441325" marR="80645">
              <a:lnSpc>
                <a:spcPct val="145000"/>
              </a:lnSpc>
              <a:spcBef>
                <a:spcPts val="395"/>
              </a:spcBef>
            </a:pP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Xông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110" dirty="0">
                <a:solidFill>
                  <a:srgbClr val="334155"/>
                </a:solidFill>
                <a:latin typeface="Arial"/>
                <a:cs typeface="Arial"/>
              </a:rPr>
              <a:t>ũ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i: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Dùng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tinh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ầ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theo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y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6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giúp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loãng</a:t>
            </a:r>
            <a:r>
              <a:rPr sz="1650" spc="-19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.</a:t>
            </a:r>
            <a:endParaRPr sz="1650">
              <a:latin typeface="Tahoma"/>
              <a:cs typeface="Tahoma"/>
            </a:endParaRPr>
          </a:p>
          <a:p>
            <a:pPr marL="441325" marR="5080">
              <a:lnSpc>
                <a:spcPct val="145000"/>
              </a:lnSpc>
              <a:spcBef>
                <a:spcPts val="390"/>
              </a:spcBef>
            </a:pPr>
            <a:r>
              <a:rPr sz="1650" b="1" spc="-35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b="1" spc="-35" dirty="0">
                <a:solidFill>
                  <a:srgbClr val="334155"/>
                </a:solidFill>
                <a:latin typeface="Arial"/>
                <a:cs typeface="Arial"/>
              </a:rPr>
              <a:t>ư</a:t>
            </a:r>
            <a:r>
              <a:rPr sz="1650" b="1" spc="-120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95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b="1" spc="-95" dirty="0">
                <a:solidFill>
                  <a:srgbClr val="334155"/>
                </a:solidFill>
                <a:latin typeface="Arial"/>
                <a:cs typeface="Arial"/>
              </a:rPr>
              <a:t>ế</a:t>
            </a:r>
            <a:r>
              <a:rPr sz="1650" b="1" spc="-95" dirty="0">
                <a:solidFill>
                  <a:srgbClr val="334155"/>
                </a:solidFill>
                <a:latin typeface="Tahoma"/>
                <a:cs typeface="Tahoma"/>
              </a:rPr>
              <a:t>: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ằ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đầ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cao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giúp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ẫ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spc="75" dirty="0">
                <a:solidFill>
                  <a:srgbClr val="334155"/>
                </a:solidFill>
                <a:latin typeface="Microsoft Sans Serif"/>
                <a:cs typeface="Microsoft Sans Serif"/>
              </a:rPr>
              <a:t>ư</a:t>
            </a:r>
            <a:r>
              <a:rPr sz="1650" spc="75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9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ra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ngoài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ễ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ơ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n.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3800" y="2431682"/>
            <a:ext cx="5302885" cy="2793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Th</a:t>
            </a:r>
            <a:r>
              <a:rPr sz="2250" b="1" dirty="0">
                <a:solidFill>
                  <a:srgbClr val="0284C7"/>
                </a:solidFill>
                <a:latin typeface="Arial"/>
                <a:cs typeface="Arial"/>
              </a:rPr>
              <a:t>ự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c</a:t>
            </a:r>
            <a:r>
              <a:rPr sz="2250" b="1" spc="-7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hi</a:t>
            </a:r>
            <a:r>
              <a:rPr sz="2250" b="1" dirty="0">
                <a:solidFill>
                  <a:srgbClr val="0284C7"/>
                </a:solidFill>
                <a:latin typeface="Arial"/>
                <a:cs typeface="Arial"/>
              </a:rPr>
              <a:t>ệ</a:t>
            </a:r>
            <a:r>
              <a:rPr sz="2250" b="1" dirty="0">
                <a:solidFill>
                  <a:srgbClr val="0284C7"/>
                </a:solidFill>
                <a:latin typeface="Tahoma"/>
                <a:cs typeface="Tahoma"/>
              </a:rPr>
              <a:t>n</a:t>
            </a:r>
            <a:r>
              <a:rPr sz="2250" b="1" spc="-7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114" dirty="0">
                <a:solidFill>
                  <a:srgbClr val="0284C7"/>
                </a:solidFill>
                <a:latin typeface="Tahoma"/>
                <a:cs typeface="Tahoma"/>
              </a:rPr>
              <a:t>y</a:t>
            </a:r>
            <a:r>
              <a:rPr sz="2250" b="1" spc="-75" dirty="0">
                <a:solidFill>
                  <a:srgbClr val="0284C7"/>
                </a:solidFill>
                <a:latin typeface="Tahoma"/>
                <a:cs typeface="Tahoma"/>
              </a:rPr>
              <a:t> </a:t>
            </a:r>
            <a:r>
              <a:rPr sz="2250" b="1" spc="-20" dirty="0">
                <a:solidFill>
                  <a:srgbClr val="0284C7"/>
                </a:solidFill>
                <a:latin typeface="Tahoma"/>
                <a:cs typeface="Tahoma"/>
              </a:rPr>
              <a:t>l</a:t>
            </a:r>
            <a:r>
              <a:rPr sz="2250" b="1" spc="-20" dirty="0">
                <a:solidFill>
                  <a:srgbClr val="0284C7"/>
                </a:solidFill>
                <a:latin typeface="Arial"/>
                <a:cs typeface="Arial"/>
              </a:rPr>
              <a:t>ệ</a:t>
            </a:r>
            <a:r>
              <a:rPr sz="2250" b="1" spc="-20" dirty="0">
                <a:solidFill>
                  <a:srgbClr val="0284C7"/>
                </a:solidFill>
                <a:latin typeface="Tahoma"/>
                <a:cs typeface="Tahoma"/>
              </a:rPr>
              <a:t>nh</a:t>
            </a:r>
            <a:endParaRPr sz="2250">
              <a:latin typeface="Tahoma"/>
              <a:cs typeface="Tahoma"/>
            </a:endParaRPr>
          </a:p>
          <a:p>
            <a:pPr marL="441325">
              <a:lnSpc>
                <a:spcPct val="100000"/>
              </a:lnSpc>
              <a:spcBef>
                <a:spcPts val="1970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Cho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kháng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0" dirty="0">
                <a:solidFill>
                  <a:srgbClr val="334155"/>
                </a:solidFill>
                <a:latin typeface="Tahoma"/>
                <a:cs typeface="Tahoma"/>
              </a:rPr>
              <a:t>sinh,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kháng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viêm,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gi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au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úng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li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ề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u,</a:t>
            </a:r>
            <a:endParaRPr sz="1650">
              <a:latin typeface="Tahoma"/>
              <a:cs typeface="Tahoma"/>
            </a:endParaRPr>
          </a:p>
          <a:p>
            <a:pPr marL="441325">
              <a:lnSpc>
                <a:spcPct val="100000"/>
              </a:lnSpc>
              <a:spcBef>
                <a:spcPts val="895"/>
              </a:spcBef>
            </a:pP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úng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gi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ờ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.</a:t>
            </a:r>
            <a:endParaRPr sz="1650">
              <a:latin typeface="Tahoma"/>
              <a:cs typeface="Tahoma"/>
            </a:endParaRPr>
          </a:p>
          <a:p>
            <a:pPr marL="441325">
              <a:lnSpc>
                <a:spcPct val="100000"/>
              </a:lnSpc>
              <a:spcBef>
                <a:spcPts val="1280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Dùng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co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(Naphtazolin,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Xylometazolin)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để</a:t>
            </a:r>
            <a:endParaRPr sz="1650">
              <a:latin typeface="Microsoft Sans Serif"/>
              <a:cs typeface="Microsoft Sans Serif"/>
            </a:endParaRPr>
          </a:p>
          <a:p>
            <a:pPr marL="441325">
              <a:lnSpc>
                <a:spcPct val="100000"/>
              </a:lnSpc>
              <a:spcBef>
                <a:spcPts val="890"/>
              </a:spcBef>
            </a:pP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làm</a:t>
            </a:r>
            <a:r>
              <a:rPr sz="165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thoáng</a:t>
            </a:r>
            <a:r>
              <a:rPr sz="1650" spc="-19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i.</a:t>
            </a:r>
            <a:endParaRPr sz="1650">
              <a:latin typeface="Tahoma"/>
              <a:cs typeface="Tahoma"/>
            </a:endParaRPr>
          </a:p>
          <a:p>
            <a:pPr marL="441325" marR="269240">
              <a:lnSpc>
                <a:spcPct val="145000"/>
              </a:lnSpc>
              <a:spcBef>
                <a:spcPts val="395"/>
              </a:spcBef>
            </a:pP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Theo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dõi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tác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ụ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ph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ụ</a:t>
            </a:r>
            <a:r>
              <a:rPr sz="1650" spc="-9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ủ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(khô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45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i,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p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tim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nhanh).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084462"/>
            <a:ext cx="200024" cy="247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863429"/>
            <a:ext cx="228599" cy="2476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4642395"/>
            <a:ext cx="285749" cy="2476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500" y="3084462"/>
            <a:ext cx="257174" cy="2476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6500" y="3863429"/>
            <a:ext cx="228599" cy="2476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86500" y="4642395"/>
            <a:ext cx="228599" cy="2476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5.3.</a:t>
            </a:r>
            <a:r>
              <a:rPr spc="-215" dirty="0"/>
              <a:t> </a:t>
            </a:r>
            <a:r>
              <a:rPr dirty="0"/>
              <a:t>TH</a:t>
            </a:r>
            <a:r>
              <a:rPr dirty="0">
                <a:latin typeface="Arial"/>
                <a:cs typeface="Arial"/>
              </a:rPr>
              <a:t>Ự</a:t>
            </a:r>
            <a:r>
              <a:rPr dirty="0"/>
              <a:t>C</a:t>
            </a:r>
            <a:r>
              <a:rPr spc="-210" dirty="0"/>
              <a:t> </a:t>
            </a:r>
            <a:r>
              <a:rPr spc="-204" dirty="0"/>
              <a:t>HI</a:t>
            </a:r>
            <a:r>
              <a:rPr spc="-204" dirty="0">
                <a:latin typeface="Arial"/>
                <a:cs typeface="Arial"/>
              </a:rPr>
              <a:t>Ệ</a:t>
            </a:r>
            <a:r>
              <a:rPr spc="-204" dirty="0"/>
              <a:t>N</a:t>
            </a:r>
            <a:r>
              <a:rPr spc="-210" dirty="0"/>
              <a:t> </a:t>
            </a:r>
            <a:r>
              <a:rPr spc="90" dirty="0"/>
              <a:t>CHĂM</a:t>
            </a:r>
            <a:r>
              <a:rPr spc="-210" dirty="0"/>
              <a:t> </a:t>
            </a:r>
            <a:r>
              <a:rPr spc="60" dirty="0"/>
              <a:t>SÓC</a:t>
            </a:r>
          </a:p>
        </p:txBody>
      </p:sp>
      <p:sp>
        <p:nvSpPr>
          <p:cNvPr id="11" name="object 11"/>
          <p:cNvSpPr/>
          <p:nvPr/>
        </p:nvSpPr>
        <p:spPr>
          <a:xfrm>
            <a:off x="571500" y="571500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0" y="1776412"/>
            <a:ext cx="5333999" cy="4286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87425" y="1937524"/>
            <a:ext cx="4836795" cy="3395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3505">
              <a:lnSpc>
                <a:spcPct val="145000"/>
              </a:lnSpc>
              <a:spcBef>
                <a:spcPts val="100"/>
              </a:spcBef>
            </a:pPr>
            <a:r>
              <a:rPr sz="1650" b="1" dirty="0">
                <a:solidFill>
                  <a:srgbClr val="334155"/>
                </a:solidFill>
                <a:latin typeface="Tahoma"/>
                <a:cs typeface="Tahoma"/>
              </a:rPr>
              <a:t>K</a:t>
            </a:r>
            <a:r>
              <a:rPr sz="1650" b="1" dirty="0">
                <a:solidFill>
                  <a:srgbClr val="334155"/>
                </a:solidFill>
                <a:latin typeface="Arial"/>
                <a:cs typeface="Arial"/>
              </a:rPr>
              <a:t>ỹ</a:t>
            </a:r>
            <a:r>
              <a:rPr sz="1650" b="1" spc="-95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75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b="1" spc="-75" dirty="0">
                <a:solidFill>
                  <a:srgbClr val="334155"/>
                </a:solidFill>
                <a:latin typeface="Arial"/>
                <a:cs typeface="Arial"/>
              </a:rPr>
              <a:t>ậ</a:t>
            </a:r>
            <a:r>
              <a:rPr sz="1650" b="1" spc="-75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xì</a:t>
            </a: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110" dirty="0">
                <a:solidFill>
                  <a:srgbClr val="334155"/>
                </a:solidFill>
                <a:latin typeface="Arial"/>
                <a:cs typeface="Arial"/>
              </a:rPr>
              <a:t>ũ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i:</a:t>
            </a: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ừ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bên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và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xì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ẹ</a:t>
            </a:r>
            <a:r>
              <a:rPr sz="1650" spc="-7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nhàng.</a:t>
            </a:r>
            <a:r>
              <a:rPr sz="1650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Tuy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ệ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 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đố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không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xì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ả</a:t>
            </a:r>
            <a:r>
              <a:rPr sz="1650" spc="-9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2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bên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cùng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lúc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(tránh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đẩ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y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ủ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vào</a:t>
            </a:r>
            <a:r>
              <a:rPr sz="1650" spc="-20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tai).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ts val="2870"/>
              </a:lnSpc>
              <a:spcBef>
                <a:spcPts val="155"/>
              </a:spcBef>
            </a:pPr>
            <a:r>
              <a:rPr sz="1650" b="1" spc="-35" dirty="0">
                <a:solidFill>
                  <a:srgbClr val="334155"/>
                </a:solidFill>
                <a:latin typeface="Tahoma"/>
                <a:cs typeface="Tahoma"/>
              </a:rPr>
              <a:t>Môi</a:t>
            </a:r>
            <a:r>
              <a:rPr sz="1650" b="1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5" dirty="0">
                <a:solidFill>
                  <a:srgbClr val="334155"/>
                </a:solidFill>
                <a:latin typeface="Tahoma"/>
                <a:cs typeface="Tahoma"/>
              </a:rPr>
              <a:t>tr</a:t>
            </a:r>
            <a:r>
              <a:rPr sz="1650" b="1" spc="-95" dirty="0">
                <a:solidFill>
                  <a:srgbClr val="334155"/>
                </a:solidFill>
                <a:latin typeface="Arial"/>
                <a:cs typeface="Arial"/>
              </a:rPr>
              <a:t>ườ</a:t>
            </a:r>
            <a:r>
              <a:rPr sz="1650" b="1" spc="-95" dirty="0">
                <a:solidFill>
                  <a:srgbClr val="334155"/>
                </a:solidFill>
                <a:latin typeface="Tahoma"/>
                <a:cs typeface="Tahoma"/>
              </a:rPr>
              <a:t>ng:</a:t>
            </a:r>
            <a:r>
              <a:rPr sz="1650" b="1" spc="-12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eo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trang,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tránh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ụ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i,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khói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6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lá. </a:t>
            </a:r>
            <a:r>
              <a:rPr sz="1650" spc="110" dirty="0">
                <a:solidFill>
                  <a:srgbClr val="334155"/>
                </a:solidFill>
                <a:latin typeface="Tahoma"/>
                <a:cs typeface="Tahoma"/>
              </a:rPr>
              <a:t>Gi</a:t>
            </a:r>
            <a:r>
              <a:rPr sz="1650" spc="110" dirty="0">
                <a:solidFill>
                  <a:srgbClr val="334155"/>
                </a:solidFill>
                <a:latin typeface="Microsoft Sans Serif"/>
                <a:cs typeface="Microsoft Sans Serif"/>
              </a:rPr>
              <a:t>ữ</a:t>
            </a:r>
            <a:r>
              <a:rPr sz="1650" spc="-10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3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spc="-3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vùng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ổ</a:t>
            </a:r>
            <a:r>
              <a:rPr sz="1650" spc="-9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khi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334155"/>
                </a:solidFill>
                <a:latin typeface="Tahoma"/>
                <a:cs typeface="Tahoma"/>
              </a:rPr>
              <a:t>tr</a:t>
            </a:r>
            <a:r>
              <a:rPr sz="1650" spc="80" dirty="0">
                <a:solidFill>
                  <a:srgbClr val="334155"/>
                </a:solidFill>
                <a:latin typeface="Microsoft Sans Serif"/>
                <a:cs typeface="Microsoft Sans Serif"/>
              </a:rPr>
              <a:t>ờ</a:t>
            </a:r>
            <a:r>
              <a:rPr sz="1650" spc="8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l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ạ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nh.</a:t>
            </a:r>
            <a:endParaRPr sz="1650">
              <a:latin typeface="Tahoma"/>
              <a:cs typeface="Tahoma"/>
            </a:endParaRPr>
          </a:p>
          <a:p>
            <a:pPr marL="12700" marR="158115">
              <a:lnSpc>
                <a:spcPct val="145000"/>
              </a:lnSpc>
              <a:spcBef>
                <a:spcPts val="150"/>
              </a:spcBef>
            </a:pP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Dinh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b="1" spc="-110" dirty="0">
                <a:solidFill>
                  <a:srgbClr val="334155"/>
                </a:solidFill>
                <a:latin typeface="Arial"/>
                <a:cs typeface="Arial"/>
              </a:rPr>
              <a:t>ưỡ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ng: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nhi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ề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8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spc="85" dirty="0">
                <a:solidFill>
                  <a:srgbClr val="334155"/>
                </a:solidFill>
                <a:latin typeface="Microsoft Sans Serif"/>
                <a:cs typeface="Microsoft Sans Serif"/>
              </a:rPr>
              <a:t>ướ</a:t>
            </a:r>
            <a:r>
              <a:rPr sz="1650" spc="85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(giúp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loãng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spc="-60" dirty="0">
                <a:solidFill>
                  <a:srgbClr val="334155"/>
                </a:solidFill>
                <a:latin typeface="Microsoft Sans Serif"/>
                <a:cs typeface="Microsoft Sans Serif"/>
              </a:rPr>
              <a:t>ị</a:t>
            </a:r>
            <a:r>
              <a:rPr sz="1650" spc="-60" dirty="0">
                <a:solidFill>
                  <a:srgbClr val="334155"/>
                </a:solidFill>
                <a:latin typeface="Tahoma"/>
                <a:cs typeface="Tahoma"/>
              </a:rPr>
              <a:t>ch),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334155"/>
                </a:solidFill>
                <a:latin typeface="Microsoft Sans Serif"/>
                <a:cs typeface="Microsoft Sans Serif"/>
              </a:rPr>
              <a:t>ă</a:t>
            </a:r>
            <a:r>
              <a:rPr sz="1650" spc="-25" dirty="0">
                <a:solidFill>
                  <a:srgbClr val="334155"/>
                </a:solidFill>
                <a:latin typeface="Tahoma"/>
                <a:cs typeface="Tahoma"/>
              </a:rPr>
              <a:t>n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đủ</a:t>
            </a:r>
            <a:r>
              <a:rPr sz="1650" spc="-90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ấ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45" dirty="0">
                <a:solidFill>
                  <a:srgbClr val="334155"/>
                </a:solidFill>
                <a:latin typeface="Tahoma"/>
                <a:cs typeface="Tahoma"/>
              </a:rPr>
              <a:t>nâng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cao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đề</a:t>
            </a:r>
            <a:r>
              <a:rPr sz="1650" spc="-9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kháng.</a:t>
            </a:r>
            <a:endParaRPr sz="1650">
              <a:latin typeface="Tahoma"/>
              <a:cs typeface="Tahoma"/>
            </a:endParaRPr>
          </a:p>
          <a:p>
            <a:pPr marL="12700" marR="271780">
              <a:lnSpc>
                <a:spcPct val="145000"/>
              </a:lnSpc>
              <a:spcBef>
                <a:spcPts val="390"/>
              </a:spcBef>
            </a:pP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Tái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khám: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334155"/>
                </a:solidFill>
                <a:latin typeface="Microsoft Sans Serif"/>
                <a:cs typeface="Microsoft Sans Serif"/>
              </a:rPr>
              <a:t>Đ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úng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55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650" spc="-55" dirty="0">
                <a:solidFill>
                  <a:srgbClr val="334155"/>
                </a:solidFill>
                <a:latin typeface="Microsoft Sans Serif"/>
                <a:cs typeface="Microsoft Sans Serif"/>
              </a:rPr>
              <a:t>ẹ</a:t>
            </a:r>
            <a:r>
              <a:rPr sz="1650" spc="-55" dirty="0">
                <a:solidFill>
                  <a:srgbClr val="334155"/>
                </a:solidFill>
                <a:latin typeface="Tahoma"/>
                <a:cs typeface="Tahoma"/>
              </a:rPr>
              <a:t>n,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không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120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spc="120" dirty="0">
                <a:solidFill>
                  <a:srgbClr val="334155"/>
                </a:solidFill>
                <a:latin typeface="Microsoft Sans Serif"/>
                <a:cs typeface="Microsoft Sans Serif"/>
              </a:rPr>
              <a:t>ự</a:t>
            </a:r>
            <a:r>
              <a:rPr sz="1650" spc="-9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ý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ư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spc="-17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7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ho</a:t>
            </a:r>
            <a:r>
              <a:rPr sz="1650" spc="-20" dirty="0">
                <a:solidFill>
                  <a:srgbClr val="334155"/>
                </a:solidFill>
                <a:latin typeface="Microsoft Sans Serif"/>
                <a:cs typeface="Microsoft Sans Serif"/>
              </a:rPr>
              <a:t>ặ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c </a:t>
            </a:r>
            <a:r>
              <a:rPr sz="1650" spc="-35" dirty="0">
                <a:solidFill>
                  <a:srgbClr val="334155"/>
                </a:solidFill>
                <a:latin typeface="Tahoma"/>
                <a:cs typeface="Tahoma"/>
              </a:rPr>
              <a:t>dùng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ố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spc="-10" dirty="0">
                <a:solidFill>
                  <a:srgbClr val="334155"/>
                </a:solidFill>
                <a:latin typeface="Microsoft Sans Serif"/>
                <a:cs typeface="Microsoft Sans Serif"/>
              </a:rPr>
              <a:t>ỏ</a:t>
            </a:r>
            <a:r>
              <a:rPr sz="1650" spc="-105" dirty="0">
                <a:solidFill>
                  <a:srgbClr val="334155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dirty="0">
                <a:solidFill>
                  <a:srgbClr val="334155"/>
                </a:solidFill>
                <a:latin typeface="Microsoft Sans Serif"/>
                <a:cs typeface="Microsoft Sans Serif"/>
              </a:rPr>
              <a:t>ũ</a:t>
            </a:r>
            <a:r>
              <a:rPr sz="165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334155"/>
                </a:solidFill>
                <a:latin typeface="Tahoma"/>
                <a:cs typeface="Tahoma"/>
              </a:rPr>
              <a:t>quá</a:t>
            </a:r>
            <a:r>
              <a:rPr sz="1650" spc="-18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334155"/>
                </a:solidFill>
                <a:latin typeface="Tahoma"/>
                <a:cs typeface="Tahoma"/>
              </a:rPr>
              <a:t>7</a:t>
            </a:r>
            <a:r>
              <a:rPr sz="1650" spc="-18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spc="-20" dirty="0">
                <a:solidFill>
                  <a:srgbClr val="334155"/>
                </a:solidFill>
                <a:latin typeface="Tahoma"/>
                <a:cs typeface="Tahoma"/>
              </a:rPr>
              <a:t>ngày.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109787"/>
            <a:ext cx="228599" cy="247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3192512"/>
            <a:ext cx="257174" cy="2476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3971478"/>
            <a:ext cx="171449" cy="2476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500" y="4750444"/>
            <a:ext cx="200024" cy="2476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6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6.</a:t>
            </a:r>
            <a:r>
              <a:rPr spc="-240" dirty="0"/>
              <a:t> </a:t>
            </a:r>
            <a:r>
              <a:rPr spc="-90" dirty="0"/>
              <a:t>GIÁO</a:t>
            </a:r>
            <a:r>
              <a:rPr spc="-235" dirty="0"/>
              <a:t> </a:t>
            </a:r>
            <a:r>
              <a:rPr spc="50" dirty="0"/>
              <a:t>D</a:t>
            </a:r>
            <a:r>
              <a:rPr spc="50" dirty="0">
                <a:latin typeface="Arial"/>
                <a:cs typeface="Arial"/>
              </a:rPr>
              <a:t>Ụ</a:t>
            </a:r>
            <a:r>
              <a:rPr spc="50" dirty="0"/>
              <a:t>C</a:t>
            </a:r>
            <a:r>
              <a:rPr spc="-240" dirty="0"/>
              <a:t> </a:t>
            </a:r>
            <a:r>
              <a:rPr spc="70" dirty="0"/>
              <a:t>S</a:t>
            </a:r>
            <a:r>
              <a:rPr spc="70" dirty="0">
                <a:latin typeface="Arial"/>
                <a:cs typeface="Arial"/>
              </a:rPr>
              <a:t>Ứ</a:t>
            </a:r>
            <a:r>
              <a:rPr spc="70" dirty="0"/>
              <a:t>C</a:t>
            </a:r>
            <a:r>
              <a:rPr spc="-235" dirty="0"/>
              <a:t> </a:t>
            </a:r>
            <a:r>
              <a:rPr spc="-105" dirty="0"/>
              <a:t>KH</a:t>
            </a:r>
            <a:r>
              <a:rPr spc="-105" dirty="0">
                <a:latin typeface="Arial"/>
                <a:cs typeface="Arial"/>
              </a:rPr>
              <a:t>Ỏ</a:t>
            </a:r>
            <a:r>
              <a:rPr spc="-105" dirty="0"/>
              <a:t>E</a:t>
            </a:r>
            <a:r>
              <a:rPr spc="-240" dirty="0"/>
              <a:t> </a:t>
            </a:r>
            <a:r>
              <a:rPr dirty="0"/>
              <a:t>&amp;</a:t>
            </a:r>
            <a:r>
              <a:rPr spc="-235" dirty="0"/>
              <a:t> </a:t>
            </a:r>
            <a:r>
              <a:rPr spc="-55" dirty="0"/>
              <a:t>PHÒNG</a:t>
            </a:r>
            <a:r>
              <a:rPr spc="-240" dirty="0"/>
              <a:t> </a:t>
            </a:r>
            <a:r>
              <a:rPr spc="-20" dirty="0"/>
              <a:t>B</a:t>
            </a:r>
            <a:r>
              <a:rPr spc="-20" dirty="0">
                <a:latin typeface="Arial"/>
                <a:cs typeface="Arial"/>
              </a:rPr>
              <a:t>Ệ</a:t>
            </a:r>
            <a:r>
              <a:rPr spc="-20" dirty="0"/>
              <a:t>NH</a:t>
            </a:r>
          </a:p>
        </p:txBody>
      </p:sp>
      <p:sp>
        <p:nvSpPr>
          <p:cNvPr id="9" name="object 9"/>
          <p:cNvSpPr/>
          <p:nvPr/>
        </p:nvSpPr>
        <p:spPr>
          <a:xfrm>
            <a:off x="571500" y="571500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6874" y="4937670"/>
            <a:ext cx="7918101" cy="456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24174" y="2309864"/>
            <a:ext cx="7856855" cy="303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 indent="-211454">
              <a:lnSpc>
                <a:spcPct val="100000"/>
              </a:lnSpc>
              <a:spcBef>
                <a:spcPts val="100"/>
              </a:spcBef>
              <a:buSzPct val="96969"/>
              <a:buAutoNum type="arabicPeriod"/>
              <a:tabLst>
                <a:tab pos="222250" algn="l"/>
              </a:tabLst>
            </a:pPr>
            <a:r>
              <a:rPr sz="1650" b="1" spc="-85" dirty="0">
                <a:solidFill>
                  <a:srgbClr val="334155"/>
                </a:solidFill>
                <a:latin typeface="Tahoma"/>
                <a:cs typeface="Tahoma"/>
              </a:rPr>
              <a:t>Tri</a:t>
            </a:r>
            <a:r>
              <a:rPr sz="1650" b="1" spc="-85" dirty="0">
                <a:solidFill>
                  <a:srgbClr val="334155"/>
                </a:solidFill>
                <a:latin typeface="Arial"/>
                <a:cs typeface="Arial"/>
              </a:rPr>
              <a:t>ệ</a:t>
            </a:r>
            <a:r>
              <a:rPr sz="1650" b="1" spc="-85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ứ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60" dirty="0">
                <a:solidFill>
                  <a:srgbClr val="334155"/>
                </a:solidFill>
                <a:latin typeface="Tahoma"/>
                <a:cs typeface="Tahoma"/>
              </a:rPr>
              <a:t>c</a:t>
            </a:r>
            <a:r>
              <a:rPr sz="1650" b="1" spc="-60" dirty="0">
                <a:solidFill>
                  <a:srgbClr val="334155"/>
                </a:solidFill>
                <a:latin typeface="Arial"/>
                <a:cs typeface="Arial"/>
              </a:rPr>
              <a:t>ơ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ă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25" dirty="0">
                <a:solidFill>
                  <a:srgbClr val="334155"/>
                </a:solidFill>
                <a:latin typeface="Tahoma"/>
                <a:cs typeface="Tahoma"/>
              </a:rPr>
              <a:t>nào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30" dirty="0">
                <a:solidFill>
                  <a:srgbClr val="334155"/>
                </a:solidFill>
                <a:latin typeface="Tahoma"/>
                <a:cs typeface="Tahoma"/>
              </a:rPr>
              <a:t>giúp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25" dirty="0">
                <a:solidFill>
                  <a:srgbClr val="334155"/>
                </a:solidFill>
                <a:latin typeface="Tahoma"/>
                <a:cs typeface="Tahoma"/>
              </a:rPr>
              <a:t>phân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55" dirty="0">
                <a:solidFill>
                  <a:srgbClr val="334155"/>
                </a:solidFill>
                <a:latin typeface="Tahoma"/>
                <a:cs typeface="Tahoma"/>
              </a:rPr>
              <a:t>bi</a:t>
            </a:r>
            <a:r>
              <a:rPr sz="1650" b="1" spc="-55" dirty="0">
                <a:solidFill>
                  <a:srgbClr val="334155"/>
                </a:solidFill>
                <a:latin typeface="Arial"/>
                <a:cs typeface="Arial"/>
              </a:rPr>
              <a:t>ệ</a:t>
            </a:r>
            <a:r>
              <a:rPr sz="1650" b="1" spc="-55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70" dirty="0">
                <a:solidFill>
                  <a:srgbClr val="334155"/>
                </a:solidFill>
                <a:latin typeface="Tahoma"/>
                <a:cs typeface="Tahoma"/>
              </a:rPr>
              <a:t>rõ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xoang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5" dirty="0">
                <a:solidFill>
                  <a:srgbClr val="334155"/>
                </a:solidFill>
                <a:latin typeface="Tahoma"/>
                <a:cs typeface="Tahoma"/>
              </a:rPr>
              <a:t>và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90" dirty="0">
                <a:solidFill>
                  <a:srgbClr val="334155"/>
                </a:solidFill>
                <a:latin typeface="Arial"/>
                <a:cs typeface="Arial"/>
              </a:rPr>
              <a:t>ũ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thông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45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650" b="1" spc="-45" dirty="0">
                <a:solidFill>
                  <a:srgbClr val="334155"/>
                </a:solidFill>
                <a:latin typeface="Arial"/>
                <a:cs typeface="Arial"/>
              </a:rPr>
              <a:t>ườ</a:t>
            </a:r>
            <a:r>
              <a:rPr sz="1650" b="1" spc="-45" dirty="0">
                <a:solidFill>
                  <a:srgbClr val="334155"/>
                </a:solidFill>
                <a:latin typeface="Tahoma"/>
                <a:cs typeface="Tahoma"/>
              </a:rPr>
              <a:t>ng?</a:t>
            </a:r>
            <a:endParaRPr sz="1650">
              <a:latin typeface="Tahoma"/>
              <a:cs typeface="Tahoma"/>
            </a:endParaRPr>
          </a:p>
          <a:p>
            <a:pPr marR="2007235" algn="r">
              <a:lnSpc>
                <a:spcPct val="100000"/>
              </a:lnSpc>
              <a:spcBef>
                <a:spcPts val="1315"/>
              </a:spcBef>
            </a:pP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A.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Ch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ả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y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m</a:t>
            </a:r>
            <a:r>
              <a:rPr sz="15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ũ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i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35" dirty="0">
                <a:solidFill>
                  <a:srgbClr val="64738B"/>
                </a:solidFill>
                <a:latin typeface="Tahoma"/>
                <a:cs typeface="Tahoma"/>
              </a:rPr>
              <a:t>|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64738B"/>
                </a:solidFill>
                <a:latin typeface="Tahoma"/>
                <a:cs typeface="Tahoma"/>
              </a:rPr>
              <a:t>B.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Đ</a:t>
            </a:r>
            <a:r>
              <a:rPr sz="1500" spc="-20" dirty="0">
                <a:solidFill>
                  <a:srgbClr val="64738B"/>
                </a:solidFill>
                <a:latin typeface="Tahoma"/>
                <a:cs typeface="Tahoma"/>
              </a:rPr>
              <a:t>au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64738B"/>
                </a:solidFill>
                <a:latin typeface="Tahoma"/>
                <a:cs typeface="Tahoma"/>
              </a:rPr>
              <a:t>vùng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m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ặ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theo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gi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ờ</a:t>
            </a:r>
            <a:r>
              <a:rPr sz="150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500" spc="-135" dirty="0">
                <a:solidFill>
                  <a:srgbClr val="64738B"/>
                </a:solidFill>
                <a:latin typeface="Tahoma"/>
                <a:cs typeface="Tahoma"/>
              </a:rPr>
              <a:t>|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C.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Ngh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ẹ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m</a:t>
            </a:r>
            <a:r>
              <a:rPr sz="15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ũ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i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35" dirty="0">
                <a:solidFill>
                  <a:srgbClr val="64738B"/>
                </a:solidFill>
                <a:latin typeface="Tahoma"/>
                <a:cs typeface="Tahoma"/>
              </a:rPr>
              <a:t>|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64738B"/>
                </a:solidFill>
                <a:latin typeface="Tahoma"/>
                <a:cs typeface="Tahoma"/>
              </a:rPr>
              <a:t>D.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64738B"/>
                </a:solidFill>
                <a:latin typeface="Tahoma"/>
                <a:cs typeface="Tahoma"/>
              </a:rPr>
              <a:t>H</a:t>
            </a:r>
            <a:r>
              <a:rPr sz="1500" spc="50" dirty="0">
                <a:solidFill>
                  <a:srgbClr val="64738B"/>
                </a:solidFill>
                <a:latin typeface="Microsoft Sans Serif"/>
                <a:cs typeface="Microsoft Sans Serif"/>
              </a:rPr>
              <a:t>ắ</a:t>
            </a:r>
            <a:r>
              <a:rPr sz="1500" spc="50" dirty="0">
                <a:solidFill>
                  <a:srgbClr val="64738B"/>
                </a:solidFill>
                <a:latin typeface="Tahoma"/>
                <a:cs typeface="Tahoma"/>
              </a:rPr>
              <a:t>t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64738B"/>
                </a:solidFill>
                <a:latin typeface="Tahoma"/>
                <a:cs typeface="Tahoma"/>
              </a:rPr>
              <a:t>h</a:t>
            </a:r>
            <a:r>
              <a:rPr sz="1500" spc="30" dirty="0">
                <a:solidFill>
                  <a:srgbClr val="64738B"/>
                </a:solidFill>
                <a:latin typeface="Microsoft Sans Serif"/>
                <a:cs typeface="Microsoft Sans Serif"/>
              </a:rPr>
              <a:t>ơ</a:t>
            </a:r>
            <a:r>
              <a:rPr sz="1500" spc="30" dirty="0">
                <a:solidFill>
                  <a:srgbClr val="64738B"/>
                </a:solidFill>
                <a:latin typeface="Tahoma"/>
                <a:cs typeface="Tahoma"/>
              </a:rPr>
              <a:t>i</a:t>
            </a:r>
            <a:endParaRPr sz="1500">
              <a:latin typeface="Tahoma"/>
              <a:cs typeface="Tahoma"/>
            </a:endParaRPr>
          </a:p>
          <a:p>
            <a:pPr marL="209550" marR="1998980" indent="-209550" algn="r">
              <a:lnSpc>
                <a:spcPct val="100000"/>
              </a:lnSpc>
              <a:spcBef>
                <a:spcPts val="1495"/>
              </a:spcBef>
              <a:buSzPct val="96969"/>
              <a:buAutoNum type="arabicPeriod" startAt="2"/>
              <a:tabLst>
                <a:tab pos="209550" algn="l"/>
              </a:tabLst>
            </a:pPr>
            <a:r>
              <a:rPr sz="1650" b="1" dirty="0">
                <a:solidFill>
                  <a:srgbClr val="334155"/>
                </a:solidFill>
                <a:latin typeface="Tahoma"/>
                <a:cs typeface="Tahoma"/>
              </a:rPr>
              <a:t>K</a:t>
            </a:r>
            <a:r>
              <a:rPr sz="1650" b="1" dirty="0">
                <a:solidFill>
                  <a:srgbClr val="334155"/>
                </a:solidFill>
                <a:latin typeface="Arial"/>
                <a:cs typeface="Arial"/>
              </a:rPr>
              <a:t>ỹ</a:t>
            </a:r>
            <a:r>
              <a:rPr sz="1650" b="1" spc="-120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75" dirty="0">
                <a:solidFill>
                  <a:srgbClr val="334155"/>
                </a:solidFill>
                <a:latin typeface="Tahoma"/>
                <a:cs typeface="Tahoma"/>
              </a:rPr>
              <a:t>thu</a:t>
            </a:r>
            <a:r>
              <a:rPr sz="1650" b="1" spc="-75" dirty="0">
                <a:solidFill>
                  <a:srgbClr val="334155"/>
                </a:solidFill>
                <a:latin typeface="Arial"/>
                <a:cs typeface="Arial"/>
              </a:rPr>
              <a:t>ậ</a:t>
            </a:r>
            <a:r>
              <a:rPr sz="1650" b="1" spc="-75" dirty="0">
                <a:solidFill>
                  <a:srgbClr val="334155"/>
                </a:solidFill>
                <a:latin typeface="Tahoma"/>
                <a:cs typeface="Tahoma"/>
              </a:rPr>
              <a:t>t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xì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90" dirty="0">
                <a:solidFill>
                  <a:srgbClr val="334155"/>
                </a:solidFill>
                <a:latin typeface="Arial"/>
                <a:cs typeface="Arial"/>
              </a:rPr>
              <a:t>ũ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đ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úng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34155"/>
                </a:solidFill>
                <a:latin typeface="Arial"/>
                <a:cs typeface="Arial"/>
              </a:rPr>
              <a:t>để</a:t>
            </a:r>
            <a:r>
              <a:rPr sz="1650" b="1" spc="-120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tránh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75" dirty="0">
                <a:solidFill>
                  <a:srgbClr val="334155"/>
                </a:solidFill>
                <a:latin typeface="Tahoma"/>
                <a:cs typeface="Tahoma"/>
              </a:rPr>
              <a:t>bi</a:t>
            </a:r>
            <a:r>
              <a:rPr sz="1650" b="1" spc="-75" dirty="0">
                <a:solidFill>
                  <a:srgbClr val="334155"/>
                </a:solidFill>
                <a:latin typeface="Arial"/>
                <a:cs typeface="Arial"/>
              </a:rPr>
              <a:t>ế</a:t>
            </a:r>
            <a:r>
              <a:rPr sz="1650" b="1" spc="-75" dirty="0">
                <a:solidFill>
                  <a:srgbClr val="334155"/>
                </a:solidFill>
                <a:latin typeface="Tahoma"/>
                <a:cs typeface="Tahoma"/>
              </a:rPr>
              <a:t>n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ứ</a:t>
            </a:r>
            <a:r>
              <a:rPr sz="1650" b="1" spc="-114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85" dirty="0">
                <a:solidFill>
                  <a:srgbClr val="334155"/>
                </a:solidFill>
                <a:latin typeface="Tahoma"/>
                <a:cs typeface="Tahoma"/>
              </a:rPr>
              <a:t>tai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5" dirty="0">
                <a:solidFill>
                  <a:srgbClr val="334155"/>
                </a:solidFill>
                <a:latin typeface="Tahoma"/>
                <a:cs typeface="Tahoma"/>
              </a:rPr>
              <a:t>gi</a:t>
            </a:r>
            <a:r>
              <a:rPr sz="1650" b="1" spc="-105" dirty="0">
                <a:solidFill>
                  <a:srgbClr val="334155"/>
                </a:solidFill>
                <a:latin typeface="Arial"/>
                <a:cs typeface="Arial"/>
              </a:rPr>
              <a:t>ữ</a:t>
            </a:r>
            <a:r>
              <a:rPr sz="1650" b="1" spc="-105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334155"/>
                </a:solidFill>
                <a:latin typeface="Tahoma"/>
                <a:cs typeface="Tahoma"/>
              </a:rPr>
              <a:t>là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75" dirty="0">
                <a:solidFill>
                  <a:srgbClr val="334155"/>
                </a:solidFill>
                <a:latin typeface="Tahoma"/>
                <a:cs typeface="Tahoma"/>
              </a:rPr>
              <a:t>gì?</a:t>
            </a:r>
            <a:endParaRPr sz="1650">
              <a:latin typeface="Tahoma"/>
              <a:cs typeface="Tahoma"/>
            </a:endParaRPr>
          </a:p>
          <a:p>
            <a:pPr marR="1146175" algn="r">
              <a:lnSpc>
                <a:spcPct val="100000"/>
              </a:lnSpc>
              <a:spcBef>
                <a:spcPts val="1320"/>
              </a:spcBef>
            </a:pP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A.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4738B"/>
                </a:solidFill>
                <a:latin typeface="Tahoma"/>
                <a:cs typeface="Tahoma"/>
              </a:rPr>
              <a:t>Xì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th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ậ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64738B"/>
                </a:solidFill>
                <a:latin typeface="Tahoma"/>
                <a:cs typeface="Tahoma"/>
              </a:rPr>
              <a:t>m</a:t>
            </a:r>
            <a:r>
              <a:rPr sz="15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ạ</a:t>
            </a:r>
            <a:r>
              <a:rPr sz="1500" spc="-25" dirty="0">
                <a:solidFill>
                  <a:srgbClr val="64738B"/>
                </a:solidFill>
                <a:latin typeface="Tahoma"/>
                <a:cs typeface="Tahoma"/>
              </a:rPr>
              <a:t>nh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35" dirty="0">
                <a:solidFill>
                  <a:srgbClr val="64738B"/>
                </a:solidFill>
                <a:latin typeface="Tahoma"/>
                <a:cs typeface="Tahoma"/>
              </a:rPr>
              <a:t>|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64738B"/>
                </a:solidFill>
                <a:latin typeface="Tahoma"/>
                <a:cs typeface="Tahoma"/>
              </a:rPr>
              <a:t>B.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B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ị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c</a:t>
            </a:r>
            <a:r>
              <a:rPr sz="15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ả</a:t>
            </a:r>
            <a:r>
              <a:rPr sz="150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2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bên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35" dirty="0">
                <a:solidFill>
                  <a:srgbClr val="64738B"/>
                </a:solidFill>
                <a:latin typeface="Tahoma"/>
                <a:cs typeface="Tahoma"/>
              </a:rPr>
              <a:t>|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C.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B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ị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ừ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ng</a:t>
            </a:r>
            <a:r>
              <a:rPr sz="1500" spc="-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bên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và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xì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nh</a:t>
            </a:r>
            <a:r>
              <a:rPr sz="15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ẹ</a:t>
            </a:r>
            <a:r>
              <a:rPr sz="150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500" spc="-135" dirty="0">
                <a:solidFill>
                  <a:srgbClr val="64738B"/>
                </a:solidFill>
                <a:latin typeface="Tahoma"/>
                <a:cs typeface="Tahoma"/>
              </a:rPr>
              <a:t>|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64738B"/>
                </a:solidFill>
                <a:latin typeface="Tahoma"/>
                <a:cs typeface="Tahoma"/>
              </a:rPr>
              <a:t>D.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Không</a:t>
            </a:r>
            <a:r>
              <a:rPr sz="1500" spc="-1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64738B"/>
                </a:solidFill>
                <a:latin typeface="Microsoft Sans Serif"/>
                <a:cs typeface="Microsoft Sans Serif"/>
              </a:rPr>
              <a:t>đượ</a:t>
            </a:r>
            <a:r>
              <a:rPr sz="1500" spc="70" dirty="0">
                <a:solidFill>
                  <a:srgbClr val="64738B"/>
                </a:solidFill>
                <a:latin typeface="Tahoma"/>
                <a:cs typeface="Tahoma"/>
              </a:rPr>
              <a:t>c</a:t>
            </a:r>
            <a:r>
              <a:rPr sz="1500" spc="-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64738B"/>
                </a:solidFill>
                <a:latin typeface="Tahoma"/>
                <a:cs typeface="Tahoma"/>
              </a:rPr>
              <a:t>xì</a:t>
            </a:r>
            <a:endParaRPr sz="1500">
              <a:latin typeface="Tahoma"/>
              <a:cs typeface="Tahoma"/>
            </a:endParaRPr>
          </a:p>
          <a:p>
            <a:pPr marL="209550" marR="1201420" indent="-209550" algn="r">
              <a:lnSpc>
                <a:spcPct val="100000"/>
              </a:lnSpc>
              <a:spcBef>
                <a:spcPts val="1490"/>
              </a:spcBef>
              <a:buSzPct val="96969"/>
              <a:buAutoNum type="arabicPeriod" startAt="3"/>
              <a:tabLst>
                <a:tab pos="209550" algn="l"/>
              </a:tabLst>
            </a:pPr>
            <a:r>
              <a:rPr sz="1650" b="1" spc="-120" dirty="0">
                <a:solidFill>
                  <a:srgbClr val="334155"/>
                </a:solidFill>
                <a:latin typeface="Tahoma"/>
                <a:cs typeface="Tahoma"/>
              </a:rPr>
              <a:t>Dung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d</a:t>
            </a:r>
            <a:r>
              <a:rPr sz="1650" b="1" spc="-90" dirty="0">
                <a:solidFill>
                  <a:srgbClr val="334155"/>
                </a:solidFill>
                <a:latin typeface="Arial"/>
                <a:cs typeface="Arial"/>
              </a:rPr>
              <a:t>ị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ch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70" dirty="0">
                <a:solidFill>
                  <a:srgbClr val="334155"/>
                </a:solidFill>
                <a:latin typeface="Arial"/>
                <a:cs typeface="Arial"/>
              </a:rPr>
              <a:t>ư</a:t>
            </a:r>
            <a:r>
              <a:rPr sz="1650" b="1" spc="-70" dirty="0">
                <a:solidFill>
                  <a:srgbClr val="334155"/>
                </a:solidFill>
                <a:latin typeface="Tahoma"/>
                <a:cs typeface="Tahoma"/>
              </a:rPr>
              <a:t>u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tiên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34155"/>
                </a:solidFill>
                <a:latin typeface="Arial"/>
                <a:cs typeface="Arial"/>
              </a:rPr>
              <a:t>để</a:t>
            </a:r>
            <a:r>
              <a:rPr sz="1650" b="1" spc="-114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650" b="1" spc="-70" dirty="0">
                <a:solidFill>
                  <a:srgbClr val="334155"/>
                </a:solidFill>
                <a:latin typeface="Tahoma"/>
                <a:cs typeface="Tahoma"/>
              </a:rPr>
              <a:t>r</a:t>
            </a:r>
            <a:r>
              <a:rPr sz="1650" b="1" spc="-70" dirty="0">
                <a:solidFill>
                  <a:srgbClr val="334155"/>
                </a:solidFill>
                <a:latin typeface="Arial"/>
                <a:cs typeface="Arial"/>
              </a:rPr>
              <a:t>ử</a:t>
            </a:r>
            <a:r>
              <a:rPr sz="1650" b="1" spc="-70" dirty="0">
                <a:solidFill>
                  <a:srgbClr val="334155"/>
                </a:solidFill>
                <a:latin typeface="Tahoma"/>
                <a:cs typeface="Tahoma"/>
              </a:rPr>
              <a:t>a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650" b="1" spc="-90" dirty="0">
                <a:solidFill>
                  <a:srgbClr val="334155"/>
                </a:solidFill>
                <a:latin typeface="Arial"/>
                <a:cs typeface="Arial"/>
              </a:rPr>
              <a:t>ũ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hàng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45" dirty="0">
                <a:solidFill>
                  <a:srgbClr val="334155"/>
                </a:solidFill>
                <a:latin typeface="Tahoma"/>
                <a:cs typeface="Tahoma"/>
              </a:rPr>
              <a:t>ngày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cho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85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r>
              <a:rPr sz="1650" b="1" spc="-85" dirty="0">
                <a:solidFill>
                  <a:srgbClr val="334155"/>
                </a:solidFill>
                <a:latin typeface="Arial"/>
                <a:cs typeface="Arial"/>
              </a:rPr>
              <a:t>ườ</a:t>
            </a:r>
            <a:r>
              <a:rPr sz="1650" b="1" spc="-85" dirty="0">
                <a:solidFill>
                  <a:srgbClr val="334155"/>
                </a:solidFill>
                <a:latin typeface="Tahoma"/>
                <a:cs typeface="Tahoma"/>
              </a:rPr>
              <a:t>i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b</a:t>
            </a:r>
            <a:r>
              <a:rPr sz="1650" b="1" spc="-90" dirty="0">
                <a:solidFill>
                  <a:srgbClr val="334155"/>
                </a:solidFill>
                <a:latin typeface="Arial"/>
                <a:cs typeface="Arial"/>
              </a:rPr>
              <a:t>ệ</a:t>
            </a:r>
            <a:r>
              <a:rPr sz="1650" b="1" spc="-90" dirty="0">
                <a:solidFill>
                  <a:srgbClr val="334155"/>
                </a:solidFill>
                <a:latin typeface="Tahoma"/>
                <a:cs typeface="Tahoma"/>
              </a:rPr>
              <a:t>nh</a:t>
            </a:r>
            <a:r>
              <a:rPr sz="165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10" dirty="0">
                <a:solidFill>
                  <a:srgbClr val="334155"/>
                </a:solidFill>
                <a:latin typeface="Tahoma"/>
                <a:cs typeface="Tahoma"/>
              </a:rPr>
              <a:t>viêm</a:t>
            </a:r>
            <a:r>
              <a:rPr sz="1650" b="1" spc="-14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334155"/>
                </a:solidFill>
                <a:latin typeface="Tahoma"/>
                <a:cs typeface="Tahoma"/>
              </a:rPr>
              <a:t>xoang?</a:t>
            </a:r>
            <a:endParaRPr sz="1650">
              <a:latin typeface="Tahoma"/>
              <a:cs typeface="Tahoma"/>
            </a:endParaRPr>
          </a:p>
          <a:p>
            <a:pPr marL="441325">
              <a:lnSpc>
                <a:spcPct val="100000"/>
              </a:lnSpc>
              <a:spcBef>
                <a:spcPts val="1320"/>
              </a:spcBef>
            </a:pP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A.</a:t>
            </a:r>
            <a:r>
              <a:rPr sz="150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105" dirty="0">
                <a:solidFill>
                  <a:srgbClr val="64738B"/>
                </a:solidFill>
                <a:latin typeface="Tahoma"/>
                <a:cs typeface="Tahoma"/>
              </a:rPr>
              <a:t>N</a:t>
            </a:r>
            <a:r>
              <a:rPr sz="1500" spc="105" dirty="0">
                <a:solidFill>
                  <a:srgbClr val="64738B"/>
                </a:solidFill>
                <a:latin typeface="Microsoft Sans Serif"/>
                <a:cs typeface="Microsoft Sans Serif"/>
              </a:rPr>
              <a:t>ướ</a:t>
            </a:r>
            <a:r>
              <a:rPr sz="1500" spc="105" dirty="0">
                <a:solidFill>
                  <a:srgbClr val="64738B"/>
                </a:solidFill>
                <a:latin typeface="Tahoma"/>
                <a:cs typeface="Tahoma"/>
              </a:rPr>
              <a:t>c</a:t>
            </a:r>
            <a:r>
              <a:rPr sz="150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lã</a:t>
            </a:r>
            <a:r>
              <a:rPr sz="150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35" dirty="0">
                <a:solidFill>
                  <a:srgbClr val="64738B"/>
                </a:solidFill>
                <a:latin typeface="Tahoma"/>
                <a:cs typeface="Tahoma"/>
              </a:rPr>
              <a:t>|</a:t>
            </a:r>
            <a:r>
              <a:rPr sz="150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35" dirty="0">
                <a:solidFill>
                  <a:srgbClr val="64738B"/>
                </a:solidFill>
                <a:latin typeface="Tahoma"/>
                <a:cs typeface="Tahoma"/>
              </a:rPr>
              <a:t>B.</a:t>
            </a:r>
            <a:r>
              <a:rPr sz="150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64738B"/>
                </a:solidFill>
                <a:latin typeface="Tahoma"/>
                <a:cs typeface="Tahoma"/>
              </a:rPr>
              <a:t>NaCl</a:t>
            </a:r>
            <a:r>
              <a:rPr sz="150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95" dirty="0">
                <a:solidFill>
                  <a:srgbClr val="64738B"/>
                </a:solidFill>
                <a:latin typeface="Tahoma"/>
                <a:cs typeface="Tahoma"/>
              </a:rPr>
              <a:t>0.9%</a:t>
            </a:r>
            <a:r>
              <a:rPr sz="150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35" dirty="0">
                <a:solidFill>
                  <a:srgbClr val="64738B"/>
                </a:solidFill>
                <a:latin typeface="Tahoma"/>
                <a:cs typeface="Tahoma"/>
              </a:rPr>
              <a:t>|</a:t>
            </a:r>
            <a:r>
              <a:rPr sz="150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C.</a:t>
            </a:r>
            <a:r>
              <a:rPr sz="150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C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ồ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n</a:t>
            </a:r>
            <a:r>
              <a:rPr sz="150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70</a:t>
            </a:r>
            <a:r>
              <a:rPr sz="150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độ</a:t>
            </a:r>
            <a:r>
              <a:rPr sz="150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500" spc="-135" dirty="0">
                <a:solidFill>
                  <a:srgbClr val="64738B"/>
                </a:solidFill>
                <a:latin typeface="Tahoma"/>
                <a:cs typeface="Tahoma"/>
              </a:rPr>
              <a:t>|</a:t>
            </a:r>
            <a:r>
              <a:rPr sz="1500" spc="-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40" dirty="0">
                <a:solidFill>
                  <a:srgbClr val="64738B"/>
                </a:solidFill>
                <a:latin typeface="Tahoma"/>
                <a:cs typeface="Tahoma"/>
              </a:rPr>
              <a:t>D.</a:t>
            </a:r>
            <a:r>
              <a:rPr sz="150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105" dirty="0">
                <a:solidFill>
                  <a:srgbClr val="64738B"/>
                </a:solidFill>
                <a:latin typeface="Tahoma"/>
                <a:cs typeface="Tahoma"/>
              </a:rPr>
              <a:t>N</a:t>
            </a:r>
            <a:r>
              <a:rPr sz="1500" spc="105" dirty="0">
                <a:solidFill>
                  <a:srgbClr val="64738B"/>
                </a:solidFill>
                <a:latin typeface="Microsoft Sans Serif"/>
                <a:cs typeface="Microsoft Sans Serif"/>
              </a:rPr>
              <a:t>ướ</a:t>
            </a:r>
            <a:r>
              <a:rPr sz="1500" spc="105" dirty="0">
                <a:solidFill>
                  <a:srgbClr val="64738B"/>
                </a:solidFill>
                <a:latin typeface="Tahoma"/>
                <a:cs typeface="Tahoma"/>
              </a:rPr>
              <a:t>c</a:t>
            </a:r>
            <a:r>
              <a:rPr sz="1500" spc="-15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64738B"/>
                </a:solidFill>
                <a:latin typeface="Tahoma"/>
                <a:cs typeface="Tahoma"/>
              </a:rPr>
              <a:t>chanh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i="1" spc="-45" dirty="0">
                <a:solidFill>
                  <a:srgbClr val="10B981"/>
                </a:solidFill>
                <a:latin typeface="Arial"/>
                <a:cs typeface="Arial"/>
              </a:rPr>
              <a:t>Đ</a:t>
            </a:r>
            <a:r>
              <a:rPr sz="1650" i="1" spc="-45" dirty="0">
                <a:solidFill>
                  <a:srgbClr val="10B981"/>
                </a:solidFill>
                <a:latin typeface="Trebuchet MS"/>
                <a:cs typeface="Trebuchet MS"/>
              </a:rPr>
              <a:t>áp</a:t>
            </a:r>
            <a:r>
              <a:rPr sz="1650" i="1" spc="-150" dirty="0">
                <a:solidFill>
                  <a:srgbClr val="10B981"/>
                </a:solidFill>
                <a:latin typeface="Trebuchet MS"/>
                <a:cs typeface="Trebuchet MS"/>
              </a:rPr>
              <a:t> </a:t>
            </a:r>
            <a:r>
              <a:rPr sz="1650" i="1" spc="-120" dirty="0">
                <a:solidFill>
                  <a:srgbClr val="10B981"/>
                </a:solidFill>
                <a:latin typeface="Trebuchet MS"/>
                <a:cs typeface="Trebuchet MS"/>
              </a:rPr>
              <a:t>án:</a:t>
            </a:r>
            <a:r>
              <a:rPr sz="1650" i="1" spc="-145" dirty="0">
                <a:solidFill>
                  <a:srgbClr val="10B981"/>
                </a:solidFill>
                <a:latin typeface="Trebuchet MS"/>
                <a:cs typeface="Trebuchet MS"/>
              </a:rPr>
              <a:t> </a:t>
            </a:r>
            <a:r>
              <a:rPr sz="1650" i="1" spc="-65" dirty="0">
                <a:solidFill>
                  <a:srgbClr val="10B981"/>
                </a:solidFill>
                <a:latin typeface="Trebuchet MS"/>
                <a:cs typeface="Trebuchet MS"/>
              </a:rPr>
              <a:t>1-B,</a:t>
            </a:r>
            <a:r>
              <a:rPr sz="1650" i="1" spc="-150" dirty="0">
                <a:solidFill>
                  <a:srgbClr val="10B981"/>
                </a:solidFill>
                <a:latin typeface="Trebuchet MS"/>
                <a:cs typeface="Trebuchet MS"/>
              </a:rPr>
              <a:t> </a:t>
            </a:r>
            <a:r>
              <a:rPr sz="1650" i="1" spc="-65" dirty="0">
                <a:solidFill>
                  <a:srgbClr val="10B981"/>
                </a:solidFill>
                <a:latin typeface="Trebuchet MS"/>
                <a:cs typeface="Trebuchet MS"/>
              </a:rPr>
              <a:t>2-C,</a:t>
            </a:r>
            <a:r>
              <a:rPr sz="1650" i="1" spc="-145" dirty="0">
                <a:solidFill>
                  <a:srgbClr val="10B981"/>
                </a:solidFill>
                <a:latin typeface="Trebuchet MS"/>
                <a:cs typeface="Trebuchet MS"/>
              </a:rPr>
              <a:t> </a:t>
            </a:r>
            <a:r>
              <a:rPr sz="1650" i="1" dirty="0">
                <a:solidFill>
                  <a:srgbClr val="10B981"/>
                </a:solidFill>
                <a:latin typeface="Trebuchet MS"/>
                <a:cs typeface="Trebuchet MS"/>
              </a:rPr>
              <a:t>3-</a:t>
            </a:r>
            <a:r>
              <a:rPr sz="1650" i="1" spc="-50" dirty="0">
                <a:solidFill>
                  <a:srgbClr val="10B981"/>
                </a:solidFill>
                <a:latin typeface="Trebuchet MS"/>
                <a:cs typeface="Trebuchet MS"/>
              </a:rPr>
              <a:t>B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9300" y="542797"/>
            <a:ext cx="4070985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CÂU</a:t>
            </a:r>
            <a:r>
              <a:rPr spc="-235" dirty="0"/>
              <a:t> </a:t>
            </a:r>
            <a:r>
              <a:rPr spc="-250" dirty="0"/>
              <a:t>H</a:t>
            </a:r>
            <a:r>
              <a:rPr spc="-250" dirty="0">
                <a:latin typeface="Arial"/>
                <a:cs typeface="Arial"/>
              </a:rPr>
              <a:t>Ỏ</a:t>
            </a:r>
            <a:r>
              <a:rPr spc="-250" dirty="0"/>
              <a:t>I</a:t>
            </a:r>
            <a:r>
              <a:rPr spc="-235" dirty="0"/>
              <a:t> </a:t>
            </a:r>
            <a:r>
              <a:rPr spc="-80" dirty="0"/>
              <a:t>L</a:t>
            </a:r>
            <a:r>
              <a:rPr spc="-80" dirty="0">
                <a:latin typeface="Arial"/>
                <a:cs typeface="Arial"/>
              </a:rPr>
              <a:t>ƯỢ</a:t>
            </a:r>
            <a:r>
              <a:rPr spc="-80" dirty="0"/>
              <a:t>NG</a:t>
            </a:r>
            <a:r>
              <a:rPr spc="-235" dirty="0"/>
              <a:t> </a:t>
            </a:r>
            <a:r>
              <a:rPr spc="-80" dirty="0"/>
              <a:t>GIÁ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571500"/>
            <a:ext cx="114300" cy="600075"/>
          </a:xfrm>
          <a:custGeom>
            <a:avLst/>
            <a:gdLst/>
            <a:ahLst/>
            <a:cxnLst/>
            <a:rect l="l" t="t" r="r" b="b"/>
            <a:pathLst>
              <a:path w="114300" h="600075">
                <a:moveTo>
                  <a:pt x="1142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114299" y="0"/>
                </a:lnTo>
                <a:lnTo>
                  <a:pt x="114299" y="600074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722" y="1518978"/>
            <a:ext cx="567055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50" spc="-440" dirty="0">
                <a:solidFill>
                  <a:srgbClr val="10B981"/>
                </a:solidFill>
              </a:rPr>
              <a:t>XIN</a:t>
            </a:r>
            <a:r>
              <a:rPr sz="6750" spc="-540" dirty="0">
                <a:solidFill>
                  <a:srgbClr val="10B981"/>
                </a:solidFill>
              </a:rPr>
              <a:t> </a:t>
            </a:r>
            <a:r>
              <a:rPr sz="6750" spc="229" dirty="0">
                <a:solidFill>
                  <a:srgbClr val="10B981"/>
                </a:solidFill>
              </a:rPr>
              <a:t>C</a:t>
            </a:r>
            <a:r>
              <a:rPr sz="6750" spc="229" dirty="0">
                <a:solidFill>
                  <a:srgbClr val="10B981"/>
                </a:solidFill>
                <a:latin typeface="Arial"/>
                <a:cs typeface="Arial"/>
              </a:rPr>
              <a:t>Ả</a:t>
            </a:r>
            <a:r>
              <a:rPr sz="6750" spc="229" dirty="0">
                <a:solidFill>
                  <a:srgbClr val="10B981"/>
                </a:solidFill>
              </a:rPr>
              <a:t>M</a:t>
            </a:r>
            <a:r>
              <a:rPr sz="6750" spc="-540" dirty="0">
                <a:solidFill>
                  <a:srgbClr val="10B981"/>
                </a:solidFill>
              </a:rPr>
              <a:t> </a:t>
            </a:r>
            <a:r>
              <a:rPr sz="6750" spc="-25" dirty="0">
                <a:solidFill>
                  <a:srgbClr val="10B981"/>
                </a:solidFill>
                <a:latin typeface="Arial"/>
                <a:cs typeface="Arial"/>
              </a:rPr>
              <a:t>Ơ</a:t>
            </a:r>
            <a:r>
              <a:rPr sz="6750" spc="-25" dirty="0">
                <a:solidFill>
                  <a:srgbClr val="10B981"/>
                </a:solidFill>
              </a:rPr>
              <a:t>N!</a:t>
            </a:r>
            <a:endParaRPr sz="67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24500" y="2889943"/>
            <a:ext cx="1143000" cy="57150"/>
          </a:xfrm>
          <a:custGeom>
            <a:avLst/>
            <a:gdLst/>
            <a:ahLst/>
            <a:cxnLst/>
            <a:rect l="l" t="t" r="r" b="b"/>
            <a:pathLst>
              <a:path w="1143000" h="57150">
                <a:moveTo>
                  <a:pt x="1142999" y="57149"/>
                </a:moveTo>
                <a:lnTo>
                  <a:pt x="0" y="57149"/>
                </a:lnTo>
                <a:lnTo>
                  <a:pt x="0" y="0"/>
                </a:lnTo>
                <a:lnTo>
                  <a:pt x="1142999" y="0"/>
                </a:lnTo>
                <a:lnTo>
                  <a:pt x="1142999" y="5714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14498" y="3303202"/>
            <a:ext cx="6163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0" dirty="0">
                <a:solidFill>
                  <a:srgbClr val="64738B"/>
                </a:solidFill>
                <a:latin typeface="Tahoma"/>
                <a:cs typeface="Tahoma"/>
              </a:rPr>
              <a:t>Quý</a:t>
            </a:r>
            <a:r>
              <a:rPr sz="2400" spc="-2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4738B"/>
                </a:solidFill>
                <a:latin typeface="Tahoma"/>
                <a:cs typeface="Tahoma"/>
              </a:rPr>
              <a:t>Th</a:t>
            </a:r>
            <a:r>
              <a:rPr sz="2400" dirty="0">
                <a:solidFill>
                  <a:srgbClr val="64738B"/>
                </a:solidFill>
                <a:latin typeface="Microsoft Sans Serif"/>
                <a:cs typeface="Microsoft Sans Serif"/>
              </a:rPr>
              <a:t>ầ</a:t>
            </a:r>
            <a:r>
              <a:rPr sz="2400" dirty="0">
                <a:solidFill>
                  <a:srgbClr val="64738B"/>
                </a:solidFill>
                <a:latin typeface="Tahoma"/>
                <a:cs typeface="Tahoma"/>
              </a:rPr>
              <a:t>y/Cô</a:t>
            </a:r>
            <a:r>
              <a:rPr sz="2400" spc="-2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4738B"/>
                </a:solidFill>
                <a:latin typeface="Tahoma"/>
                <a:cs typeface="Tahoma"/>
              </a:rPr>
              <a:t>và</a:t>
            </a:r>
            <a:r>
              <a:rPr sz="2400" spc="-2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4738B"/>
                </a:solidFill>
                <a:latin typeface="Tahoma"/>
                <a:cs typeface="Tahoma"/>
              </a:rPr>
              <a:t>các</a:t>
            </a:r>
            <a:r>
              <a:rPr sz="2400" spc="-2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4738B"/>
                </a:solidFill>
                <a:latin typeface="Tahoma"/>
                <a:cs typeface="Tahoma"/>
              </a:rPr>
              <a:t>b</a:t>
            </a:r>
            <a:r>
              <a:rPr sz="24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ạ</a:t>
            </a:r>
            <a:r>
              <a:rPr sz="2400" spc="-10" dirty="0">
                <a:solidFill>
                  <a:srgbClr val="64738B"/>
                </a:solidFill>
                <a:latin typeface="Tahoma"/>
                <a:cs typeface="Tahoma"/>
              </a:rPr>
              <a:t>n</a:t>
            </a:r>
            <a:r>
              <a:rPr sz="2400" spc="-2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4738B"/>
                </a:solidFill>
                <a:latin typeface="Tahoma"/>
                <a:cs typeface="Tahoma"/>
              </a:rPr>
              <a:t>có</a:t>
            </a:r>
            <a:r>
              <a:rPr sz="2400" spc="-2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64738B"/>
                </a:solidFill>
                <a:latin typeface="Tahoma"/>
                <a:cs typeface="Tahoma"/>
              </a:rPr>
              <a:t>câu</a:t>
            </a:r>
            <a:r>
              <a:rPr sz="2400" spc="-2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64738B"/>
                </a:solidFill>
                <a:latin typeface="Tahoma"/>
                <a:cs typeface="Tahoma"/>
              </a:rPr>
              <a:t>h</a:t>
            </a:r>
            <a:r>
              <a:rPr sz="2400" dirty="0">
                <a:solidFill>
                  <a:srgbClr val="64738B"/>
                </a:solidFill>
                <a:latin typeface="Microsoft Sans Serif"/>
                <a:cs typeface="Microsoft Sans Serif"/>
              </a:rPr>
              <a:t>ỏ</a:t>
            </a:r>
            <a:r>
              <a:rPr sz="2400" dirty="0">
                <a:solidFill>
                  <a:srgbClr val="64738B"/>
                </a:solidFill>
                <a:latin typeface="Tahoma"/>
                <a:cs typeface="Tahoma"/>
              </a:rPr>
              <a:t>i</a:t>
            </a:r>
            <a:r>
              <a:rPr sz="2400" spc="-2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64738B"/>
                </a:solidFill>
                <a:latin typeface="Tahoma"/>
                <a:cs typeface="Tahoma"/>
              </a:rPr>
              <a:t>nào</a:t>
            </a:r>
            <a:r>
              <a:rPr sz="2400" spc="-2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64738B"/>
                </a:solidFill>
                <a:latin typeface="Tahoma"/>
                <a:cs typeface="Tahoma"/>
              </a:rPr>
              <a:t>không?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1937" y="4433920"/>
            <a:ext cx="3308350" cy="70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130" dirty="0">
                <a:solidFill>
                  <a:srgbClr val="334155"/>
                </a:solidFill>
                <a:latin typeface="Tahoma"/>
                <a:cs typeface="Tahoma"/>
              </a:rPr>
              <a:t>Sinh</a:t>
            </a:r>
            <a:r>
              <a:rPr sz="1800" b="1" spc="-15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334155"/>
                </a:solidFill>
                <a:latin typeface="Tahoma"/>
                <a:cs typeface="Tahoma"/>
              </a:rPr>
              <a:t>viên:</a:t>
            </a:r>
            <a:r>
              <a:rPr sz="180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800" b="1" spc="-114" dirty="0">
                <a:solidFill>
                  <a:srgbClr val="334155"/>
                </a:solidFill>
                <a:latin typeface="Tahoma"/>
                <a:cs typeface="Tahoma"/>
              </a:rPr>
              <a:t>Ph</a:t>
            </a:r>
            <a:r>
              <a:rPr sz="1800" b="1" spc="-114" dirty="0">
                <a:solidFill>
                  <a:srgbClr val="334155"/>
                </a:solidFill>
                <a:latin typeface="Arial"/>
                <a:cs typeface="Arial"/>
              </a:rPr>
              <a:t>ạ</a:t>
            </a:r>
            <a:r>
              <a:rPr sz="1800" b="1" spc="-114" dirty="0">
                <a:solidFill>
                  <a:srgbClr val="334155"/>
                </a:solidFill>
                <a:latin typeface="Tahoma"/>
                <a:cs typeface="Tahoma"/>
              </a:rPr>
              <a:t>m</a:t>
            </a:r>
            <a:r>
              <a:rPr sz="1800" b="1" spc="-145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800" b="1" spc="-60" dirty="0">
                <a:solidFill>
                  <a:srgbClr val="334155"/>
                </a:solidFill>
                <a:latin typeface="Tahoma"/>
                <a:cs typeface="Tahoma"/>
              </a:rPr>
              <a:t>Th</a:t>
            </a:r>
            <a:r>
              <a:rPr sz="1800" b="1" spc="-60" dirty="0">
                <a:solidFill>
                  <a:srgbClr val="334155"/>
                </a:solidFill>
                <a:latin typeface="Arial"/>
                <a:cs typeface="Arial"/>
              </a:rPr>
              <a:t>ị</a:t>
            </a:r>
            <a:r>
              <a:rPr sz="1800" b="1" spc="-125" dirty="0">
                <a:solidFill>
                  <a:srgbClr val="334155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334155"/>
                </a:solidFill>
                <a:latin typeface="Tahoma"/>
                <a:cs typeface="Tahoma"/>
              </a:rPr>
              <a:t>Bích</a:t>
            </a:r>
            <a:r>
              <a:rPr sz="1800" b="1" spc="-150" dirty="0">
                <a:solidFill>
                  <a:srgbClr val="334155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334155"/>
                </a:solidFill>
                <a:latin typeface="Tahoma"/>
                <a:cs typeface="Tahoma"/>
              </a:rPr>
              <a:t>H</a:t>
            </a:r>
            <a:r>
              <a:rPr sz="1800" b="1" spc="-10" dirty="0">
                <a:solidFill>
                  <a:srgbClr val="334155"/>
                </a:solidFill>
                <a:latin typeface="Arial"/>
                <a:cs typeface="Arial"/>
              </a:rPr>
              <a:t>ườ</a:t>
            </a:r>
            <a:r>
              <a:rPr sz="1800" b="1" spc="-10" dirty="0">
                <a:solidFill>
                  <a:srgbClr val="334155"/>
                </a:solidFill>
                <a:latin typeface="Tahoma"/>
                <a:cs typeface="Tahoma"/>
              </a:rPr>
              <a:t>ng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Tr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ườ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ng</a:t>
            </a:r>
            <a:r>
              <a:rPr sz="1500" spc="-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Cao</a:t>
            </a:r>
            <a:r>
              <a:rPr sz="1500" spc="-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đẳ</a:t>
            </a:r>
            <a:r>
              <a:rPr sz="1500" spc="-30" dirty="0">
                <a:solidFill>
                  <a:srgbClr val="64738B"/>
                </a:solidFill>
                <a:latin typeface="Tahoma"/>
                <a:cs typeface="Tahoma"/>
              </a:rPr>
              <a:t>ng</a:t>
            </a:r>
            <a:r>
              <a:rPr sz="1500" spc="-114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64738B"/>
                </a:solidFill>
                <a:latin typeface="Tahoma"/>
                <a:cs typeface="Tahoma"/>
              </a:rPr>
              <a:t>Y</a:t>
            </a:r>
            <a:r>
              <a:rPr sz="1500" spc="-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t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ế</a:t>
            </a:r>
            <a:r>
              <a:rPr sz="15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64738B"/>
                </a:solidFill>
                <a:latin typeface="Microsoft Sans Serif"/>
                <a:cs typeface="Microsoft Sans Serif"/>
              </a:rPr>
              <a:t>Đắ</a:t>
            </a:r>
            <a:r>
              <a:rPr sz="1500" dirty="0">
                <a:solidFill>
                  <a:srgbClr val="64738B"/>
                </a:solidFill>
                <a:latin typeface="Tahoma"/>
                <a:cs typeface="Tahoma"/>
              </a:rPr>
              <a:t>k</a:t>
            </a:r>
            <a:r>
              <a:rPr sz="1500" spc="-114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64738B"/>
                </a:solidFill>
                <a:latin typeface="Tahoma"/>
                <a:cs typeface="Tahoma"/>
              </a:rPr>
              <a:t>L</a:t>
            </a:r>
            <a:r>
              <a:rPr sz="15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ắ</a:t>
            </a:r>
            <a:r>
              <a:rPr sz="1500" spc="-25" dirty="0">
                <a:solidFill>
                  <a:srgbClr val="64738B"/>
                </a:solidFill>
                <a:latin typeface="Tahoma"/>
                <a:cs typeface="Tahoma"/>
              </a:rPr>
              <a:t>k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1231</Words>
  <Application>Microsoft Office PowerPoint</Application>
  <PresentationFormat>Màn hình rộng</PresentationFormat>
  <Paragraphs>109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20" baseType="lpstr">
      <vt:lpstr>Arial</vt:lpstr>
      <vt:lpstr>Calibri</vt:lpstr>
      <vt:lpstr>Microsoft Sans Serif</vt:lpstr>
      <vt:lpstr>Tahoma</vt:lpstr>
      <vt:lpstr>Times New Roman</vt:lpstr>
      <vt:lpstr>Trebuchet MS</vt:lpstr>
      <vt:lpstr>Office Theme</vt:lpstr>
      <vt:lpstr>Chăm sóc người bệnh</vt:lpstr>
      <vt:lpstr>MỤC TIÊU BÀI HỌC</vt:lpstr>
      <vt:lpstr>1. ĐẠI CƯƠNG &amp; GIẢI PHẪU</vt:lpstr>
      <vt:lpstr>2. NGUYÊN NHÂN &amp; YẾU TỐ THUẬN LỢI</vt:lpstr>
      <vt:lpstr>3.1. TRIỆU CHỨNG CƠ NĂNG (CHỦ QUAN)</vt:lpstr>
      <vt:lpstr>3.2. TRIỆU CHỨNG THỰC THỂ (KHÁM LÂM SÀNG)</vt:lpstr>
      <vt:lpstr>4. BIẾN CHỨNG TIỀM TÀNG</vt:lpstr>
      <vt:lpstr>5.1. NHẬN ĐỊNH ĐIỀU DƯỠNG</vt:lpstr>
      <vt:lpstr>5.2. CHẨN ĐOÁN ĐIỀU DƯỠNG</vt:lpstr>
      <vt:lpstr>5.3. THỰC HIỆN CHĂM SÓC</vt:lpstr>
      <vt:lpstr>6. GIÁO DỤC SỨC KHỎE &amp; PHÒNG BỆNH</vt:lpstr>
      <vt:lpstr>CÂU HỎI LƯỢNG GIÁ</vt:lpstr>
      <vt:lpstr>XIN CẢM ƠN!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giảng Chăm sóc người bệnh viêm xoang</dc:title>
  <dc:creator>ngọc sơn</dc:creator>
  <cp:lastModifiedBy>Linh Nguyen Thi My</cp:lastModifiedBy>
  <cp:revision>4</cp:revision>
  <dcterms:created xsi:type="dcterms:W3CDTF">2026-04-07T16:38:25Z</dcterms:created>
  <dcterms:modified xsi:type="dcterms:W3CDTF">2026-04-07T16:43:08Z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2026-04-07T00:00:00Z</vt:filetime>
  </property>
</Properties>
</file>